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32D58-E268-0C02-56AE-DA65B80B1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2CF5BC-1B3A-A3A9-F9A4-0BC0D9700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6BFCA2-8972-5BBA-6C4D-38304ECC3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16A626-77CF-5754-3503-E2E015F2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A69037-BCAC-5183-70E1-4109EF2C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52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73200A-AA0B-284E-F5C4-70FDB813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F89152-4D49-A8DE-E369-F1E409CA0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CE1B0D-F89D-E5B6-252E-52ADB7C5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612390-0A3B-CC13-A6DA-71C018E7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45E376-1FC1-2E1C-01E1-A70468A6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563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4DB93-B774-A578-FFBF-40AA9427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3AAB91-59F7-8873-5241-599C6F3E1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1C8EBA-4560-8588-27E0-766BEFC8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A08713-68DF-AEDC-F6A4-1FA41C4E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DEAD30-B854-BA85-A6BC-4222BD7B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76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CE07FE-9DE9-9168-E0F1-88F71A7B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E4F3DE-CAE6-B9EB-166A-85FCDC8C8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982874-4FE8-43B1-2370-E49898435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6F8413-ED59-190E-F09E-C3E9D84EB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9E8889-6573-FD60-0BF6-6DF21E96D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E723C4-BFD7-8A5C-7EAC-FFC38760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74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53B64-8779-A154-75BB-7A28121F6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153833-2A73-D62E-A889-EBCD4F435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78BFFA-2DCC-14D9-2AB9-5BBE03526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E0464B-D4E8-3F33-B85D-E7AFF58C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3347F7-245F-9374-CCD0-AA13E6A39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8FCA070-2598-9E17-7203-E76AF5400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D3F1E0-7E8C-610D-B6F8-793012F1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2B6722A-6605-7587-2EBF-41D78EED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25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E8E225-CA80-9846-A72F-B12C8024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71826F-3E2D-966F-361C-4C9D5F11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456D82-C2C9-CD89-C5A7-B1223BBE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D59E45-C115-4A96-C92C-14B2A37A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63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349E87-1EA7-8897-E082-A24E341B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3CAE2D7-5B0C-D420-17D0-49C1D4AA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49ACA2-C237-7637-7B50-6B7BB8B2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80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F07500-9244-652F-9246-A8821733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E1FA8B-68C7-C42C-8F1C-E2DFB5C2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A39949-390B-C13A-CE6A-E1FD7DF3E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88CEF5-3FF8-95FA-E95F-1CAFC77A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90F907-6A2C-2C3C-F28E-D05E7D27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022DA0-4D34-D3D9-5F35-B7831008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77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40354-B01B-7BDF-29C0-4BF0DC4AF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68EB444-9D6F-0225-8E8B-0EF38860F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D01F6A-743E-7BE3-DBA6-2FF1D37E9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CE50F2-9F3F-2A4A-2E36-9392C627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F954C6-0627-7695-1B77-06D138510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8D5B75-12E3-AEC2-0F2A-03E35ABF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52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6E0B67-7236-1FBE-84AE-45963A22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BE47CA-2D53-3421-5877-746734A74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F22BF-11D5-3E1C-F87A-82465BA22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CFBDD-A1AD-368D-D32B-BAC9818D2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00BB94-81B8-0334-19C7-B862EFFF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49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4EF1DD-7925-84AE-06A4-A6DADE939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681C7D-7172-A22B-40FF-2F965460D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DE801B-A962-88D5-A879-F42A607C8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CC482C-712F-FD98-06C0-CB997ED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9ABED-DCC5-8F5E-F90F-9D245DB0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08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6923768-F11E-33B5-5BC1-C38F6316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71FC7E-937A-EC6C-F0ED-4100BDD9C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B0A647-0E7A-B46D-C071-15AD81577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452A-EDDC-4F31-8EC7-38B55156F508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8AF885-981F-6356-D49B-5F6F9253F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BE0F71-1A9F-3AAC-954E-2E4680C5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A6205-2C7D-45A0-920F-D8498B9D3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740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4D79E31-84C9-87EE-A737-CF50A82C9640}"/>
              </a:ext>
            </a:extLst>
          </p:cNvPr>
          <p:cNvSpPr/>
          <p:nvPr/>
        </p:nvSpPr>
        <p:spPr>
          <a:xfrm>
            <a:off x="1291476" y="946275"/>
            <a:ext cx="8817428" cy="50945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D765D3-99C9-FF38-D65C-A74D7873CDC1}"/>
              </a:ext>
            </a:extLst>
          </p:cNvPr>
          <p:cNvSpPr/>
          <p:nvPr/>
        </p:nvSpPr>
        <p:spPr>
          <a:xfrm>
            <a:off x="2808514" y="2427514"/>
            <a:ext cx="2079172" cy="11974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4774CDF-EE71-40E3-76CE-5720B2A8C252}"/>
              </a:ext>
            </a:extLst>
          </p:cNvPr>
          <p:cNvSpPr/>
          <p:nvPr/>
        </p:nvSpPr>
        <p:spPr>
          <a:xfrm>
            <a:off x="6264728" y="4254374"/>
            <a:ext cx="2079172" cy="11974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48E170A-C120-A502-1B62-2961FA48CBE5}"/>
              </a:ext>
            </a:extLst>
          </p:cNvPr>
          <p:cNvSpPr/>
          <p:nvPr/>
        </p:nvSpPr>
        <p:spPr>
          <a:xfrm>
            <a:off x="2808514" y="4256314"/>
            <a:ext cx="2079172" cy="11974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B71AD7F-2124-1099-19EA-22E0F3EFC6C7}"/>
              </a:ext>
            </a:extLst>
          </p:cNvPr>
          <p:cNvSpPr/>
          <p:nvPr/>
        </p:nvSpPr>
        <p:spPr>
          <a:xfrm>
            <a:off x="6251880" y="2427513"/>
            <a:ext cx="2079172" cy="11974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7F08CE1-1B6B-1046-1085-9DB1B26FEDA4}"/>
              </a:ext>
            </a:extLst>
          </p:cNvPr>
          <p:cNvSpPr txBox="1"/>
          <p:nvPr/>
        </p:nvSpPr>
        <p:spPr>
          <a:xfrm>
            <a:off x="1817914" y="1367135"/>
            <a:ext cx="2253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校内マップ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0E0E215-88B6-9494-98F6-9AA1EBDDA3DF}"/>
              </a:ext>
            </a:extLst>
          </p:cNvPr>
          <p:cNvCxnSpPr>
            <a:cxnSpLocks/>
          </p:cNvCxnSpPr>
          <p:nvPr/>
        </p:nvCxnSpPr>
        <p:spPr>
          <a:xfrm>
            <a:off x="1291476" y="1959429"/>
            <a:ext cx="8817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8046297-7441-320C-0803-16EFFB68B28E}"/>
              </a:ext>
            </a:extLst>
          </p:cNvPr>
          <p:cNvSpPr txBox="1"/>
          <p:nvPr/>
        </p:nvSpPr>
        <p:spPr>
          <a:xfrm>
            <a:off x="3233057" y="3124200"/>
            <a:ext cx="126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0A1773F-C6D2-C579-9853-C9E3F7C2AE94}"/>
              </a:ext>
            </a:extLst>
          </p:cNvPr>
          <p:cNvSpPr txBox="1"/>
          <p:nvPr/>
        </p:nvSpPr>
        <p:spPr>
          <a:xfrm>
            <a:off x="3181667" y="2868777"/>
            <a:ext cx="126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教室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8B6AC02-0AC5-898C-1152-4C5A4F6CC570}"/>
              </a:ext>
            </a:extLst>
          </p:cNvPr>
          <p:cNvSpPr txBox="1"/>
          <p:nvPr/>
        </p:nvSpPr>
        <p:spPr>
          <a:xfrm>
            <a:off x="3181667" y="4730625"/>
            <a:ext cx="1095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理科室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11EFB58-44CF-2249-FFE9-BD0AF990CD1B}"/>
              </a:ext>
            </a:extLst>
          </p:cNvPr>
          <p:cNvSpPr txBox="1"/>
          <p:nvPr/>
        </p:nvSpPr>
        <p:spPr>
          <a:xfrm>
            <a:off x="6743699" y="2863726"/>
            <a:ext cx="112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図書室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9E8AEF0-7CBC-C6F8-D67B-601A05202BC0}"/>
              </a:ext>
            </a:extLst>
          </p:cNvPr>
          <p:cNvSpPr txBox="1"/>
          <p:nvPr/>
        </p:nvSpPr>
        <p:spPr>
          <a:xfrm>
            <a:off x="6743699" y="4668423"/>
            <a:ext cx="93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音楽室</a:t>
            </a:r>
          </a:p>
        </p:txBody>
      </p:sp>
      <p:pic>
        <p:nvPicPr>
          <p:cNvPr id="28" name="グラフィックス 27" descr="古い鍵 枠線">
            <a:extLst>
              <a:ext uri="{FF2B5EF4-FFF2-40B4-BE49-F238E27FC236}">
                <a16:creationId xmlns:a16="http://schemas.microsoft.com/office/drawing/2014/main" id="{97D16222-37F7-756F-55F6-8203790F79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4266" y="1381327"/>
            <a:ext cx="457200" cy="457200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82DCEEC-9BFD-3558-A93F-C18E8CC937D7}"/>
              </a:ext>
            </a:extLst>
          </p:cNvPr>
          <p:cNvSpPr txBox="1"/>
          <p:nvPr/>
        </p:nvSpPr>
        <p:spPr>
          <a:xfrm>
            <a:off x="7380514" y="1406197"/>
            <a:ext cx="112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0/4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93145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3408D9-4687-E0E3-A9A6-D19F4D1804DA}"/>
              </a:ext>
            </a:extLst>
          </p:cNvPr>
          <p:cNvSpPr txBox="1"/>
          <p:nvPr/>
        </p:nvSpPr>
        <p:spPr>
          <a:xfrm>
            <a:off x="751114" y="664029"/>
            <a:ext cx="22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図書室</a:t>
            </a:r>
            <a:endParaRPr kumimoji="1" lang="ja-JP" altLang="en-US" sz="280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F15E0C-9B8B-A293-3D64-A7798398E66E}"/>
              </a:ext>
            </a:extLst>
          </p:cNvPr>
          <p:cNvSpPr/>
          <p:nvPr/>
        </p:nvSpPr>
        <p:spPr>
          <a:xfrm>
            <a:off x="1153886" y="1926771"/>
            <a:ext cx="6825343" cy="3592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BF2B85C-D96B-A071-4407-9998DE447784}"/>
              </a:ext>
            </a:extLst>
          </p:cNvPr>
          <p:cNvSpPr/>
          <p:nvPr/>
        </p:nvSpPr>
        <p:spPr>
          <a:xfrm>
            <a:off x="1545771" y="2852057"/>
            <a:ext cx="3156858" cy="5769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C2C88A-131A-E747-799C-97050906DFC9}"/>
              </a:ext>
            </a:extLst>
          </p:cNvPr>
          <p:cNvSpPr txBox="1"/>
          <p:nvPr/>
        </p:nvSpPr>
        <p:spPr>
          <a:xfrm>
            <a:off x="1997529" y="295586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本棚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20FDC9-CA23-93E2-ECAA-98FE4446FF9B}"/>
              </a:ext>
            </a:extLst>
          </p:cNvPr>
          <p:cNvSpPr txBox="1"/>
          <p:nvPr/>
        </p:nvSpPr>
        <p:spPr>
          <a:xfrm>
            <a:off x="1785257" y="3962400"/>
            <a:ext cx="283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本棚を調べる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B7C27CA-A3E6-91E6-46E1-3A4AEAC65A3B}"/>
              </a:ext>
            </a:extLst>
          </p:cNvPr>
          <p:cNvSpPr txBox="1"/>
          <p:nvPr/>
        </p:nvSpPr>
        <p:spPr>
          <a:xfrm>
            <a:off x="1888671" y="4386943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←戻る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7077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FC1BC1-90FA-3072-AFED-DAE8881CFB4F}"/>
              </a:ext>
            </a:extLst>
          </p:cNvPr>
          <p:cNvSpPr txBox="1"/>
          <p:nvPr/>
        </p:nvSpPr>
        <p:spPr>
          <a:xfrm>
            <a:off x="751114" y="707571"/>
            <a:ext cx="2536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音楽室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B11D6E-50DA-41A4-B9F0-7C0CE2A05091}"/>
              </a:ext>
            </a:extLst>
          </p:cNvPr>
          <p:cNvSpPr/>
          <p:nvPr/>
        </p:nvSpPr>
        <p:spPr>
          <a:xfrm>
            <a:off x="1382486" y="1752600"/>
            <a:ext cx="6422571" cy="37882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グラフィックス 4" descr="ピアノ 単色塗りつぶし">
            <a:extLst>
              <a:ext uri="{FF2B5EF4-FFF2-40B4-BE49-F238E27FC236}">
                <a16:creationId xmlns:a16="http://schemas.microsoft.com/office/drawing/2014/main" id="{D1B55ED2-BCD6-6FF2-DAF2-8FD117C88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9300" y="2286000"/>
            <a:ext cx="914400" cy="914400"/>
          </a:xfrm>
          <a:prstGeom prst="rect">
            <a:avLst/>
          </a:prstGeom>
        </p:spPr>
      </p:pic>
      <p:pic>
        <p:nvPicPr>
          <p:cNvPr id="7" name="グラフィックス 6" descr="楽譜 単色塗りつぶし">
            <a:extLst>
              <a:ext uri="{FF2B5EF4-FFF2-40B4-BE49-F238E27FC236}">
                <a16:creationId xmlns:a16="http://schemas.microsoft.com/office/drawing/2014/main" id="{D18C82A8-048B-447C-7F4F-D40D46ED6F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7529" y="3200400"/>
            <a:ext cx="914400" cy="9144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5E257DF-A7F6-342D-F692-589BD369D88D}"/>
              </a:ext>
            </a:extLst>
          </p:cNvPr>
          <p:cNvSpPr txBox="1"/>
          <p:nvPr/>
        </p:nvSpPr>
        <p:spPr>
          <a:xfrm>
            <a:off x="3287486" y="2645229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ピアノ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5FFBD29-229A-D988-D839-CCD8A8A680C1}"/>
              </a:ext>
            </a:extLst>
          </p:cNvPr>
          <p:cNvSpPr txBox="1"/>
          <p:nvPr/>
        </p:nvSpPr>
        <p:spPr>
          <a:xfrm>
            <a:off x="3287486" y="35814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楽譜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4050F2-9FC0-2770-63A4-DAB6116C55AA}"/>
              </a:ext>
            </a:extLst>
          </p:cNvPr>
          <p:cNvSpPr txBox="1"/>
          <p:nvPr/>
        </p:nvSpPr>
        <p:spPr>
          <a:xfrm>
            <a:off x="2019300" y="4517571"/>
            <a:ext cx="1268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調べる</a:t>
            </a:r>
            <a:r>
              <a:rPr kumimoji="1" lang="en-US" altLang="ja-JP" dirty="0"/>
              <a:t>]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←戻る</a:t>
            </a:r>
          </a:p>
        </p:txBody>
      </p:sp>
    </p:spTree>
    <p:extLst>
      <p:ext uri="{BB962C8B-B14F-4D97-AF65-F5344CB8AC3E}">
        <p14:creationId xmlns:p14="http://schemas.microsoft.com/office/powerpoint/2010/main" val="22268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AAA7153-8C36-B8AF-D620-E38302CC679B}"/>
              </a:ext>
            </a:extLst>
          </p:cNvPr>
          <p:cNvSpPr txBox="1"/>
          <p:nvPr/>
        </p:nvSpPr>
        <p:spPr>
          <a:xfrm>
            <a:off x="620486" y="696686"/>
            <a:ext cx="2852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理科室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0A82AED-5570-97B1-31E4-F37747FC6D88}"/>
              </a:ext>
            </a:extLst>
          </p:cNvPr>
          <p:cNvSpPr/>
          <p:nvPr/>
        </p:nvSpPr>
        <p:spPr>
          <a:xfrm>
            <a:off x="1513115" y="2177144"/>
            <a:ext cx="6607628" cy="34181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2F651BC-EFF1-B53C-04FB-A6C218089539}"/>
              </a:ext>
            </a:extLst>
          </p:cNvPr>
          <p:cNvSpPr/>
          <p:nvPr/>
        </p:nvSpPr>
        <p:spPr>
          <a:xfrm>
            <a:off x="2046514" y="2884714"/>
            <a:ext cx="1164771" cy="544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人体模型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1F7F45A-C25E-3ECC-1088-5FDF570A2008}"/>
              </a:ext>
            </a:extLst>
          </p:cNvPr>
          <p:cNvSpPr/>
          <p:nvPr/>
        </p:nvSpPr>
        <p:spPr>
          <a:xfrm>
            <a:off x="4136571" y="2884714"/>
            <a:ext cx="1164771" cy="544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薬品棚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396F3CF-1D2E-48CE-6282-79959ABB577C}"/>
              </a:ext>
            </a:extLst>
          </p:cNvPr>
          <p:cNvSpPr txBox="1"/>
          <p:nvPr/>
        </p:nvSpPr>
        <p:spPr>
          <a:xfrm>
            <a:off x="2046514" y="4114800"/>
            <a:ext cx="1426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調べる</a:t>
            </a:r>
            <a:r>
              <a:rPr kumimoji="1" lang="en-US" altLang="ja-JP" dirty="0"/>
              <a:t>]</a:t>
            </a:r>
          </a:p>
          <a:p>
            <a:endParaRPr lang="en-US" altLang="ja-JP" dirty="0"/>
          </a:p>
          <a:p>
            <a:r>
              <a:rPr kumimoji="1" lang="ja-JP" altLang="en-US" dirty="0"/>
              <a:t>←戻る</a:t>
            </a:r>
          </a:p>
        </p:txBody>
      </p:sp>
    </p:spTree>
    <p:extLst>
      <p:ext uri="{BB962C8B-B14F-4D97-AF65-F5344CB8AC3E}">
        <p14:creationId xmlns:p14="http://schemas.microsoft.com/office/powerpoint/2010/main" val="1615879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34</Words>
  <Application>Microsoft Office PowerPoint</Application>
  <PresentationFormat>ワイド画面</PresentationFormat>
  <Paragraphs>22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YAMAMOTO Iori</dc:creator>
  <cp:lastModifiedBy>YAMAMOTO Iori</cp:lastModifiedBy>
  <cp:revision>1</cp:revision>
  <dcterms:created xsi:type="dcterms:W3CDTF">2026-07-07T12:14:29Z</dcterms:created>
  <dcterms:modified xsi:type="dcterms:W3CDTF">2026-07-07T17:29:44Z</dcterms:modified>
</cp:coreProperties>
</file>