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6F31"/>
    <a:srgbClr val="FF9933"/>
    <a:srgbClr val="000000"/>
    <a:srgbClr val="DEA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>
        <p:scale>
          <a:sx n="125" d="100"/>
          <a:sy n="125" d="100"/>
        </p:scale>
        <p:origin x="-1604" y="6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07T23:37:57.83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07T23:37:57.94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07T23:38:25.43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0,'6028'316,"-6014"-315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07T23:38:28.16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0,'3'0,"-1"1,3-1,3 0,2 1,2-1,-2 1,1-1,0 1,1 0,0-1,-1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07T23:38:28.26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07T23:38:30.24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1,'122'6,"-113"-5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07T23:38:30.33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23:38:34.93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1 374 24575,'0'-2'0,"1"0"0,-1 0 0,1 0 0,0 0 0,0 0 0,0 0 0,0 0 0,0 0 0,2-2 0,6-11 0,9-31 0,-10 27 0,0-1 0,7-31 0,-14 45 0,0-2 0,0-1 0,1 2 0,0-1 0,0 0 0,0 0 0,1 1 0,1-1 0,-1 1 0,1 0 0,0 0 0,1 0 0,9-11 0,1 2 79,-6 7-285,0 0-1,0 0 1,1 1 0,0 0 0,0 0-1,22-10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07T23:38:35.04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23:38:39.9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0 409 24575,'1'-15'0,"0"1"0,2 0 0,-1 0 0,6-15 0,-4 15 0,-1 0 0,0 0 0,1-29 0,-4 40 0,0-1 0,0 1 0,0 0 0,1-1 0,-1 1 0,1 0 0,0-1 0,0 1 0,0 0 0,0 0 0,3-6 0,-1 6 0,-1 1 0,1-1 0,0 1 0,0-1 0,0 1 0,0 0 0,0 0 0,1 0 0,-1 0 0,5-1 0,-4 1 0,1 1 0,0-1 0,-1 0 0,0 0 0,1-1 0,-1 1 0,0-1 0,0 0 0,0 0 0,-1-1 0,1 1 0,-1-1 0,3-3 0,4-5 0,-1 1 0,1 0 0,1 0 0,0 1 0,1 1 0,0 0 0,0 1 0,20-11 0,9-6-1365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07T23:38:40.11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07T23:38:49.54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1,'6038'316,"-6024"-315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4DB8A2-F9C2-42D9-2995-EDD149C295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82F7B6B-DB16-F824-20AD-4983D79BF8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FC47785-8E1E-81E0-96C4-174881D5E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212F5-43CD-4687-9B49-C97315006486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51C9FA7-397F-A45A-3174-8A6A57F78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DA8982A-173C-6D65-9B14-1053B469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DCF62-ACEE-4037-AAE8-8B1B2D0E296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4411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FF67D3-F34F-583B-0056-78D167F92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EAE8589-F1C6-5E7E-8488-76A8E83962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B97689D-A8EE-A279-164D-40ACE5CDD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212F5-43CD-4687-9B49-C97315006486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9F0C65F-156E-51CA-019A-8168FA5D9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FA4CAF0-B9DE-0D93-DCEC-98D3A5823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DCF62-ACEE-4037-AAE8-8B1B2D0E296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0654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177C76-5B5A-9A54-4C2B-AB4D7A3F4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6A0F595-12D9-8BC4-387F-767033871C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F9FAE44-6845-8F28-8DEF-4176074D0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212F5-43CD-4687-9B49-C97315006486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D6022A2-D5E2-0FE6-292B-8D834037A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78973C8-E081-7AD2-5881-16E82BACE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DCF62-ACEE-4037-AAE8-8B1B2D0E296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7381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50EC91-EA20-456D-4F5A-42E5E5CC5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43B905D-3272-E4BA-109C-1348D8D310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E6B9F95-913A-74E1-F61C-C6AC893794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7BD2EB4-77B2-1A4B-F39E-DEA3FEE3E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212F5-43CD-4687-9B49-C97315006486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449C747-185A-852E-B512-1E43A9EF3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24BC818-D7C7-B86E-7577-615218CEB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DCF62-ACEE-4037-AAE8-8B1B2D0E296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4045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35E63F-6FC5-B48E-6F0D-62A724F58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9C3FE97-D16E-E299-7686-DEBCE9468D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B0D94E6-F7E7-C60C-ABD7-EBF40C9F9F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883AD63-D53A-5B6A-59F2-BE5091671E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B4DFCFD-9D20-8384-15B9-2FA44209E6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DF65C64-E02C-A631-8E18-D64F2865E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212F5-43CD-4687-9B49-C97315006486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E29BC30-9323-6E56-403A-DB01E1B03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D5A35B8-777C-50EE-5DB1-00E229F74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DCF62-ACEE-4037-AAE8-8B1B2D0E296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8204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6CCBDA-8627-1F3E-7F9A-0A68B5051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2769B8B-F75C-C086-925F-9205050E8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212F5-43CD-4687-9B49-C97315006486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FB16470-2152-B800-F533-61DC2B715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181BCF0-4113-CB88-ABB9-6416D3A3A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DCF62-ACEE-4037-AAE8-8B1B2D0E296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4717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4829D70-CAA0-FD59-05F6-4902B85B5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212F5-43CD-4687-9B49-C97315006486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83EF0A8-1075-777B-FE59-1560C0A9C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87ADC80-E16C-7928-D0ED-4EDBDB482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DCF62-ACEE-4037-AAE8-8B1B2D0E296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0867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1A52F8-7D46-97BF-AC29-4C21BAB26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A0432BF-3435-0538-7B72-EE9D5C73C1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B174AA5-3BD2-BD8F-DF38-02F03158FD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2B5B74F-53BA-F81E-867F-CEFF577CC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212F5-43CD-4687-9B49-C97315006486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F4EF264-C40E-C785-D6D4-9F5B48AEA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66E3B2F-A6FB-0FFD-71E5-A60AD34F8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DCF62-ACEE-4037-AAE8-8B1B2D0E296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9591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BA47D0-6136-AC51-05B8-287E01F00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760D3D4-DBF1-4DD6-8EEB-9BD63182C3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7CCF8BF-05EE-1F2F-4676-0CBC9FED2B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F4DC504-E1DE-DF5C-3469-6B72420CD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212F5-43CD-4687-9B49-C97315006486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687862F-F3BD-E72A-4709-035192A65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7B42C39-031F-0B79-438D-D432A36F9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DCF62-ACEE-4037-AAE8-8B1B2D0E296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2626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A7D601-6281-1BB3-CDD2-3E8C35A50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07740D4-EF9B-7F56-90B1-BF111BD93E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2C95B04-6517-1DCD-CD42-81F7844A9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212F5-43CD-4687-9B49-C97315006486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A2423AE-8CED-BBA7-85D7-8C0AD2CE8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37E346B-896F-F15D-7182-38C0519CC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DCF62-ACEE-4037-AAE8-8B1B2D0E296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5344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D716026-13F5-7A5D-34CA-C0033196E9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C8DC32C-8556-B0AD-3B5E-C4C0431945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B115582-2BAA-C022-83FF-DDF0EA67D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212F5-43CD-4687-9B49-C97315006486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C36FCAF-3369-9012-6552-CBE0B423A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707C69B-2026-C925-27EC-96919F274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DCF62-ACEE-4037-AAE8-8B1B2D0E296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0318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8DA6DB0-D0E7-B1BE-D0EE-C0F0C59ED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56425D3-C2F6-21A9-CC51-FDF8846467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6B7B502-CCF5-5FB4-375D-871A5D2C28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7212F5-43CD-4687-9B49-C97315006486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520F4E2-EC56-1A1C-321C-95B8B4A194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45EBB8A-08BD-59BE-5EE0-8E513CDDB7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DDCF62-ACEE-4037-AAE8-8B1B2D0E296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9499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1.xml"/><Relationship Id="rId13" Type="http://schemas.openxmlformats.org/officeDocument/2006/relationships/customXml" Target="../ink/ink4.xml"/><Relationship Id="rId18" Type="http://schemas.openxmlformats.org/officeDocument/2006/relationships/customXml" Target="../ink/ink7.xml"/><Relationship Id="rId26" Type="http://schemas.openxmlformats.org/officeDocument/2006/relationships/image" Target="../media/image10.png"/><Relationship Id="rId3" Type="http://schemas.openxmlformats.org/officeDocument/2006/relationships/hyperlink" Target="https://game-materials.com/piano_room/" TargetMode="External"/><Relationship Id="rId21" Type="http://schemas.openxmlformats.org/officeDocument/2006/relationships/customXml" Target="../ink/ink9.xml"/><Relationship Id="rId7" Type="http://schemas.openxmlformats.org/officeDocument/2006/relationships/hyperlink" Target="https://www.ac-illust.com/main/detail.php?id=23665241&amp;word=%E3%83%99%E3%83%BC%E3%83%88%E3%83%BC%E3%83%99%E3%83%B3" TargetMode="External"/><Relationship Id="rId12" Type="http://schemas.openxmlformats.org/officeDocument/2006/relationships/image" Target="../media/image5.png"/><Relationship Id="rId17" Type="http://schemas.openxmlformats.org/officeDocument/2006/relationships/image" Target="../media/image7.png"/><Relationship Id="rId25" Type="http://schemas.openxmlformats.org/officeDocument/2006/relationships/customXml" Target="../ink/ink12.xml"/><Relationship Id="rId2" Type="http://schemas.openxmlformats.org/officeDocument/2006/relationships/image" Target="../media/image1.jpg"/><Relationship Id="rId16" Type="http://schemas.openxmlformats.org/officeDocument/2006/relationships/customXml" Target="../ink/ink6.xml"/><Relationship Id="rId20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11" Type="http://schemas.openxmlformats.org/officeDocument/2006/relationships/customXml" Target="../ink/ink3.xml"/><Relationship Id="rId24" Type="http://schemas.openxmlformats.org/officeDocument/2006/relationships/customXml" Target="../ink/ink11.xml"/><Relationship Id="rId5" Type="http://schemas.openxmlformats.org/officeDocument/2006/relationships/hyperlink" Target="https://www.ac-illust.com/main/detail.php?id=23984664" TargetMode="External"/><Relationship Id="rId15" Type="http://schemas.openxmlformats.org/officeDocument/2006/relationships/customXml" Target="../ink/ink5.xml"/><Relationship Id="rId23" Type="http://schemas.openxmlformats.org/officeDocument/2006/relationships/image" Target="../media/image9.png"/><Relationship Id="rId10" Type="http://schemas.openxmlformats.org/officeDocument/2006/relationships/customXml" Target="../ink/ink2.xml"/><Relationship Id="rId19" Type="http://schemas.openxmlformats.org/officeDocument/2006/relationships/customXml" Target="../ink/ink8.xml"/><Relationship Id="rId4" Type="http://schemas.openxmlformats.org/officeDocument/2006/relationships/image" Target="../media/image2.jpg"/><Relationship Id="rId9" Type="http://schemas.openxmlformats.org/officeDocument/2006/relationships/image" Target="../media/image4.png"/><Relationship Id="rId14" Type="http://schemas.openxmlformats.org/officeDocument/2006/relationships/image" Target="../media/image6.png"/><Relationship Id="rId22" Type="http://schemas.openxmlformats.org/officeDocument/2006/relationships/customXml" Target="../ink/ink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BE4B8F-4713-A93E-0EE8-B3893F133E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446CFE7-62E4-4A51-C3F6-6F95FCE3C9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23B9967-0318-FC52-5157-A99FFABD6C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rgbClr val="EB6F31"/>
            </a:solidFill>
          </a:ln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2173E13F-92AD-0F39-C4E5-A7C1C64955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l="6172" t="7824" r="5440" b="13223"/>
          <a:stretch>
            <a:fillRect/>
          </a:stretch>
        </p:blipFill>
        <p:spPr>
          <a:xfrm>
            <a:off x="7376585" y="2952223"/>
            <a:ext cx="969855" cy="649815"/>
          </a:xfrm>
          <a:prstGeom prst="rect">
            <a:avLst/>
          </a:prstGeom>
          <a:ln w="38100">
            <a:solidFill>
              <a:srgbClr val="FF9933"/>
            </a:solidFill>
          </a:ln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31CFBC8A-B953-570E-EE5F-41FFFB58D92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2901539" y="2453640"/>
            <a:ext cx="565997" cy="697041"/>
          </a:xfrm>
          <a:prstGeom prst="rect">
            <a:avLst/>
          </a:prstGeom>
          <a:ln w="28575">
            <a:solidFill>
              <a:srgbClr val="FFC000"/>
            </a:solidFill>
          </a:ln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4982DC34-49C2-5FC5-686F-F0E8156BADF0}"/>
              </a:ext>
            </a:extLst>
          </p:cNvPr>
          <p:cNvGrpSpPr/>
          <p:nvPr/>
        </p:nvGrpSpPr>
        <p:grpSpPr>
          <a:xfrm>
            <a:off x="5875400" y="3984440"/>
            <a:ext cx="360" cy="360"/>
            <a:chOff x="5875400" y="3984440"/>
            <a:chExt cx="360" cy="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7" name="インク 26">
                  <a:extLst>
                    <a:ext uri="{FF2B5EF4-FFF2-40B4-BE49-F238E27FC236}">
                      <a16:creationId xmlns:a16="http://schemas.microsoft.com/office/drawing/2014/main" id="{32FCE874-2763-9C42-D890-946416F28D46}"/>
                    </a:ext>
                  </a:extLst>
                </p14:cNvPr>
                <p14:cNvContentPartPr/>
                <p14:nvPr/>
              </p14:nvContentPartPr>
              <p14:xfrm>
                <a:off x="5875400" y="3984440"/>
                <a:ext cx="360" cy="360"/>
              </p14:xfrm>
            </p:contentPart>
          </mc:Choice>
          <mc:Fallback>
            <p:pic>
              <p:nvPicPr>
                <p:cNvPr id="27" name="インク 26">
                  <a:extLst>
                    <a:ext uri="{FF2B5EF4-FFF2-40B4-BE49-F238E27FC236}">
                      <a16:creationId xmlns:a16="http://schemas.microsoft.com/office/drawing/2014/main" id="{32FCE874-2763-9C42-D890-946416F28D4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857760" y="396644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8" name="インク 27">
                  <a:extLst>
                    <a:ext uri="{FF2B5EF4-FFF2-40B4-BE49-F238E27FC236}">
                      <a16:creationId xmlns:a16="http://schemas.microsoft.com/office/drawing/2014/main" id="{EF6919D8-4843-DC67-A026-A42F9752B7C1}"/>
                    </a:ext>
                  </a:extLst>
                </p14:cNvPr>
                <p14:cNvContentPartPr/>
                <p14:nvPr/>
              </p14:nvContentPartPr>
              <p14:xfrm>
                <a:off x="5875400" y="3984440"/>
                <a:ext cx="360" cy="360"/>
              </p14:xfrm>
            </p:contentPart>
          </mc:Choice>
          <mc:Fallback>
            <p:pic>
              <p:nvPicPr>
                <p:cNvPr id="28" name="インク 27">
                  <a:extLst>
                    <a:ext uri="{FF2B5EF4-FFF2-40B4-BE49-F238E27FC236}">
                      <a16:creationId xmlns:a16="http://schemas.microsoft.com/office/drawing/2014/main" id="{EF6919D8-4843-DC67-A026-A42F9752B7C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857760" y="396644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03464042-26C7-4814-6C79-6D270A83BC8A}"/>
              </a:ext>
            </a:extLst>
          </p:cNvPr>
          <p:cNvGrpSpPr/>
          <p:nvPr/>
        </p:nvGrpSpPr>
        <p:grpSpPr>
          <a:xfrm>
            <a:off x="6385520" y="4084160"/>
            <a:ext cx="2301480" cy="291600"/>
            <a:chOff x="6385520" y="4084160"/>
            <a:chExt cx="2301480" cy="29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30" name="インク 29">
                  <a:extLst>
                    <a:ext uri="{FF2B5EF4-FFF2-40B4-BE49-F238E27FC236}">
                      <a16:creationId xmlns:a16="http://schemas.microsoft.com/office/drawing/2014/main" id="{D6C40463-F781-5B09-1E70-65D0E7E36389}"/>
                    </a:ext>
                  </a:extLst>
                </p14:cNvPr>
                <p14:cNvContentPartPr/>
                <p14:nvPr/>
              </p14:nvContentPartPr>
              <p14:xfrm>
                <a:off x="6414320" y="4259480"/>
                <a:ext cx="2175480" cy="114480"/>
              </p14:xfrm>
            </p:contentPart>
          </mc:Choice>
          <mc:Fallback>
            <p:pic>
              <p:nvPicPr>
                <p:cNvPr id="30" name="インク 29">
                  <a:extLst>
                    <a:ext uri="{FF2B5EF4-FFF2-40B4-BE49-F238E27FC236}">
                      <a16:creationId xmlns:a16="http://schemas.microsoft.com/office/drawing/2014/main" id="{D6C40463-F781-5B09-1E70-65D0E7E3638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396680" y="4241480"/>
                  <a:ext cx="221112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31" name="インク 30">
                  <a:extLst>
                    <a:ext uri="{FF2B5EF4-FFF2-40B4-BE49-F238E27FC236}">
                      <a16:creationId xmlns:a16="http://schemas.microsoft.com/office/drawing/2014/main" id="{445B1621-F750-DDA0-2EFC-134B1BACACCA}"/>
                    </a:ext>
                  </a:extLst>
                </p14:cNvPr>
                <p14:cNvContentPartPr/>
                <p14:nvPr/>
              </p14:nvContentPartPr>
              <p14:xfrm>
                <a:off x="8563520" y="4372160"/>
                <a:ext cx="38520" cy="2520"/>
              </p14:xfrm>
            </p:contentPart>
          </mc:Choice>
          <mc:Fallback>
            <p:pic>
              <p:nvPicPr>
                <p:cNvPr id="31" name="インク 30">
                  <a:extLst>
                    <a:ext uri="{FF2B5EF4-FFF2-40B4-BE49-F238E27FC236}">
                      <a16:creationId xmlns:a16="http://schemas.microsoft.com/office/drawing/2014/main" id="{445B1621-F750-DDA0-2EFC-134B1BACACC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545520" y="4354160"/>
                  <a:ext cx="741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32" name="インク 31">
                  <a:extLst>
                    <a:ext uri="{FF2B5EF4-FFF2-40B4-BE49-F238E27FC236}">
                      <a16:creationId xmlns:a16="http://schemas.microsoft.com/office/drawing/2014/main" id="{C1C080C1-C3B1-898A-C9A7-8E3BAD34A10F}"/>
                    </a:ext>
                  </a:extLst>
                </p14:cNvPr>
                <p14:cNvContentPartPr/>
                <p14:nvPr/>
              </p14:nvContentPartPr>
              <p14:xfrm>
                <a:off x="8607080" y="4374320"/>
                <a:ext cx="360" cy="360"/>
              </p14:xfrm>
            </p:contentPart>
          </mc:Choice>
          <mc:Fallback>
            <p:pic>
              <p:nvPicPr>
                <p:cNvPr id="32" name="インク 31">
                  <a:extLst>
                    <a:ext uri="{FF2B5EF4-FFF2-40B4-BE49-F238E27FC236}">
                      <a16:creationId xmlns:a16="http://schemas.microsoft.com/office/drawing/2014/main" id="{C1C080C1-C3B1-898A-C9A7-8E3BAD34A10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589440" y="435668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34" name="インク 33">
                  <a:extLst>
                    <a:ext uri="{FF2B5EF4-FFF2-40B4-BE49-F238E27FC236}">
                      <a16:creationId xmlns:a16="http://schemas.microsoft.com/office/drawing/2014/main" id="{65252ADE-81EC-457A-8EFC-98ED8AD72A23}"/>
                    </a:ext>
                  </a:extLst>
                </p14:cNvPr>
                <p14:cNvContentPartPr/>
                <p14:nvPr/>
              </p14:nvContentPartPr>
              <p14:xfrm>
                <a:off x="8573600" y="4372520"/>
                <a:ext cx="47160" cy="2880"/>
              </p14:xfrm>
            </p:contentPart>
          </mc:Choice>
          <mc:Fallback>
            <p:pic>
              <p:nvPicPr>
                <p:cNvPr id="34" name="インク 33">
                  <a:extLst>
                    <a:ext uri="{FF2B5EF4-FFF2-40B4-BE49-F238E27FC236}">
                      <a16:creationId xmlns:a16="http://schemas.microsoft.com/office/drawing/2014/main" id="{65252ADE-81EC-457A-8EFC-98ED8AD72A2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555600" y="4354880"/>
                  <a:ext cx="828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35" name="インク 34">
                  <a:extLst>
                    <a:ext uri="{FF2B5EF4-FFF2-40B4-BE49-F238E27FC236}">
                      <a16:creationId xmlns:a16="http://schemas.microsoft.com/office/drawing/2014/main" id="{A55BC3EE-D743-D48B-E6BC-B37262E214E5}"/>
                    </a:ext>
                  </a:extLst>
                </p14:cNvPr>
                <p14:cNvContentPartPr/>
                <p14:nvPr/>
              </p14:nvContentPartPr>
              <p14:xfrm>
                <a:off x="8624360" y="4375400"/>
                <a:ext cx="360" cy="360"/>
              </p14:xfrm>
            </p:contentPart>
          </mc:Choice>
          <mc:Fallback>
            <p:pic>
              <p:nvPicPr>
                <p:cNvPr id="35" name="インク 34">
                  <a:extLst>
                    <a:ext uri="{FF2B5EF4-FFF2-40B4-BE49-F238E27FC236}">
                      <a16:creationId xmlns:a16="http://schemas.microsoft.com/office/drawing/2014/main" id="{A55BC3EE-D743-D48B-E6BC-B37262E214E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606360" y="435740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7" name="インク 36">
                  <a:extLst>
                    <a:ext uri="{FF2B5EF4-FFF2-40B4-BE49-F238E27FC236}">
                      <a16:creationId xmlns:a16="http://schemas.microsoft.com/office/drawing/2014/main" id="{0CC6F0EC-5421-5B86-6150-2EF579DBF0A4}"/>
                    </a:ext>
                  </a:extLst>
                </p14:cNvPr>
                <p14:cNvContentPartPr/>
                <p14:nvPr/>
              </p14:nvContentPartPr>
              <p14:xfrm>
                <a:off x="8600240" y="4218800"/>
                <a:ext cx="79560" cy="135000"/>
              </p14:xfrm>
            </p:contentPart>
          </mc:Choice>
          <mc:Fallback>
            <p:pic>
              <p:nvPicPr>
                <p:cNvPr id="37" name="インク 36">
                  <a:extLst>
                    <a:ext uri="{FF2B5EF4-FFF2-40B4-BE49-F238E27FC236}">
                      <a16:creationId xmlns:a16="http://schemas.microsoft.com/office/drawing/2014/main" id="{0CC6F0EC-5421-5B86-6150-2EF579DBF0A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582600" y="4201160"/>
                  <a:ext cx="11520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8" name="インク 37">
                  <a:extLst>
                    <a:ext uri="{FF2B5EF4-FFF2-40B4-BE49-F238E27FC236}">
                      <a16:creationId xmlns:a16="http://schemas.microsoft.com/office/drawing/2014/main" id="{29FCF93D-0AB2-CFA4-60AA-5FBE733F9496}"/>
                    </a:ext>
                  </a:extLst>
                </p14:cNvPr>
                <p14:cNvContentPartPr/>
                <p14:nvPr/>
              </p14:nvContentPartPr>
              <p14:xfrm>
                <a:off x="8686640" y="4216280"/>
                <a:ext cx="360" cy="360"/>
              </p14:xfrm>
            </p:contentPart>
          </mc:Choice>
          <mc:Fallback>
            <p:pic>
              <p:nvPicPr>
                <p:cNvPr id="38" name="インク 37">
                  <a:extLst>
                    <a:ext uri="{FF2B5EF4-FFF2-40B4-BE49-F238E27FC236}">
                      <a16:creationId xmlns:a16="http://schemas.microsoft.com/office/drawing/2014/main" id="{29FCF93D-0AB2-CFA4-60AA-5FBE733F949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668640" y="419828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40" name="インク 39">
                  <a:extLst>
                    <a:ext uri="{FF2B5EF4-FFF2-40B4-BE49-F238E27FC236}">
                      <a16:creationId xmlns:a16="http://schemas.microsoft.com/office/drawing/2014/main" id="{096D26D4-A780-26C3-96D6-EDD63CA7D302}"/>
                    </a:ext>
                  </a:extLst>
                </p14:cNvPr>
                <p14:cNvContentPartPr/>
                <p14:nvPr/>
              </p14:nvContentPartPr>
              <p14:xfrm>
                <a:off x="6385520" y="4089560"/>
                <a:ext cx="106920" cy="147240"/>
              </p14:xfrm>
            </p:contentPart>
          </mc:Choice>
          <mc:Fallback>
            <p:pic>
              <p:nvPicPr>
                <p:cNvPr id="40" name="インク 39">
                  <a:extLst>
                    <a:ext uri="{FF2B5EF4-FFF2-40B4-BE49-F238E27FC236}">
                      <a16:creationId xmlns:a16="http://schemas.microsoft.com/office/drawing/2014/main" id="{096D26D4-A780-26C3-96D6-EDD63CA7D30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367520" y="4071920"/>
                  <a:ext cx="1425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41" name="インク 40">
                  <a:extLst>
                    <a:ext uri="{FF2B5EF4-FFF2-40B4-BE49-F238E27FC236}">
                      <a16:creationId xmlns:a16="http://schemas.microsoft.com/office/drawing/2014/main" id="{010B51D0-546F-1B82-2D13-155669F7CAE7}"/>
                    </a:ext>
                  </a:extLst>
                </p14:cNvPr>
                <p14:cNvContentPartPr/>
                <p14:nvPr/>
              </p14:nvContentPartPr>
              <p14:xfrm>
                <a:off x="6502160" y="4084160"/>
                <a:ext cx="360" cy="360"/>
              </p14:xfrm>
            </p:contentPart>
          </mc:Choice>
          <mc:Fallback>
            <p:pic>
              <p:nvPicPr>
                <p:cNvPr id="41" name="インク 40">
                  <a:extLst>
                    <a:ext uri="{FF2B5EF4-FFF2-40B4-BE49-F238E27FC236}">
                      <a16:creationId xmlns:a16="http://schemas.microsoft.com/office/drawing/2014/main" id="{010B51D0-546F-1B82-2D13-155669F7CAE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484520" y="406616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43" name="インク 42">
                  <a:extLst>
                    <a:ext uri="{FF2B5EF4-FFF2-40B4-BE49-F238E27FC236}">
                      <a16:creationId xmlns:a16="http://schemas.microsoft.com/office/drawing/2014/main" id="{C0EBF69D-FB98-BC17-2C48-6F55DBB7A462}"/>
                    </a:ext>
                  </a:extLst>
                </p14:cNvPr>
                <p14:cNvContentPartPr/>
                <p14:nvPr/>
              </p14:nvContentPartPr>
              <p14:xfrm>
                <a:off x="6507200" y="4088840"/>
                <a:ext cx="2179080" cy="114480"/>
              </p14:xfrm>
            </p:contentPart>
          </mc:Choice>
          <mc:Fallback>
            <p:pic>
              <p:nvPicPr>
                <p:cNvPr id="43" name="インク 42">
                  <a:extLst>
                    <a:ext uri="{FF2B5EF4-FFF2-40B4-BE49-F238E27FC236}">
                      <a16:creationId xmlns:a16="http://schemas.microsoft.com/office/drawing/2014/main" id="{C0EBF69D-FB98-BC17-2C48-6F55DBB7A46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489560" y="4071200"/>
                  <a:ext cx="2214720" cy="150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87555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KATAHIRA Hiroto</dc:creator>
  <cp:lastModifiedBy>KATAHIRA Hiroto</cp:lastModifiedBy>
  <cp:revision>1</cp:revision>
  <dcterms:created xsi:type="dcterms:W3CDTF">2026-07-07T23:30:26Z</dcterms:created>
  <dcterms:modified xsi:type="dcterms:W3CDTF">2026-07-07T23:44:53Z</dcterms:modified>
</cp:coreProperties>
</file>