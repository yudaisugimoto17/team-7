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2" r:id="rId2"/>
    <p:sldId id="263" r:id="rId3"/>
    <p:sldId id="264" r:id="rId4"/>
    <p:sldId id="269" r:id="rId5"/>
    <p:sldId id="270" r:id="rId6"/>
    <p:sldId id="271" r:id="rId7"/>
    <p:sldId id="267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BE536E-59A4-4994-B36E-B29087938D1E}" v="8" dt="2026-07-07T16:30:42.7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KEDA Chie" userId="62d82b1b-7dd4-4e5f-86aa-3c4b1adc8940" providerId="ADAL" clId="{1906D364-0AED-47D5-A56B-CF4EA5C53AA8}"/>
    <pc:docChg chg="undo custSel addSld delSld modSld sldOrd">
      <pc:chgData name="TAKEDA Chie" userId="62d82b1b-7dd4-4e5f-86aa-3c4b1adc8940" providerId="ADAL" clId="{1906D364-0AED-47D5-A56B-CF4EA5C53AA8}" dt="2026-07-07T16:31:57.338" v="1435" actId="2696"/>
      <pc:docMkLst>
        <pc:docMk/>
      </pc:docMkLst>
      <pc:sldChg chg="addSp delSp modSp del mod ord">
        <pc:chgData name="TAKEDA Chie" userId="62d82b1b-7dd4-4e5f-86aa-3c4b1adc8940" providerId="ADAL" clId="{1906D364-0AED-47D5-A56B-CF4EA5C53AA8}" dt="2026-07-07T16:22:39.680" v="1158" actId="2696"/>
        <pc:sldMkLst>
          <pc:docMk/>
          <pc:sldMk cId="2154691743" sldId="257"/>
        </pc:sldMkLst>
      </pc:sldChg>
      <pc:sldChg chg="addSp delSp modSp new del mod">
        <pc:chgData name="TAKEDA Chie" userId="62d82b1b-7dd4-4e5f-86aa-3c4b1adc8940" providerId="ADAL" clId="{1906D364-0AED-47D5-A56B-CF4EA5C53AA8}" dt="2026-07-07T16:22:31.779" v="1155" actId="2696"/>
        <pc:sldMkLst>
          <pc:docMk/>
          <pc:sldMk cId="3945511140" sldId="258"/>
        </pc:sldMkLst>
      </pc:sldChg>
      <pc:sldChg chg="addSp delSp modSp new del mod">
        <pc:chgData name="TAKEDA Chie" userId="62d82b1b-7dd4-4e5f-86aa-3c4b1adc8940" providerId="ADAL" clId="{1906D364-0AED-47D5-A56B-CF4EA5C53AA8}" dt="2026-07-07T16:24:03.388" v="1165" actId="2696"/>
        <pc:sldMkLst>
          <pc:docMk/>
          <pc:sldMk cId="1764583342" sldId="259"/>
        </pc:sldMkLst>
      </pc:sldChg>
      <pc:sldChg chg="addSp new del mod ord">
        <pc:chgData name="TAKEDA Chie" userId="62d82b1b-7dd4-4e5f-86aa-3c4b1adc8940" providerId="ADAL" clId="{1906D364-0AED-47D5-A56B-CF4EA5C53AA8}" dt="2026-07-07T16:22:33.911" v="1156" actId="2696"/>
        <pc:sldMkLst>
          <pc:docMk/>
          <pc:sldMk cId="3220727579" sldId="260"/>
        </pc:sldMkLst>
        <pc:picChg chg="add">
          <ac:chgData name="TAKEDA Chie" userId="62d82b1b-7dd4-4e5f-86aa-3c4b1adc8940" providerId="ADAL" clId="{1906D364-0AED-47D5-A56B-CF4EA5C53AA8}" dt="2026-07-07T15:42:29.596" v="119" actId="22"/>
          <ac:picMkLst>
            <pc:docMk/>
            <pc:sldMk cId="3220727579" sldId="260"/>
            <ac:picMk id="3" creationId="{14F60EC5-E22E-D523-27D2-689AE8175B11}"/>
          </ac:picMkLst>
        </pc:picChg>
      </pc:sldChg>
      <pc:sldChg chg="addSp delSp modSp new del mod ord">
        <pc:chgData name="TAKEDA Chie" userId="62d82b1b-7dd4-4e5f-86aa-3c4b1adc8940" providerId="ADAL" clId="{1906D364-0AED-47D5-A56B-CF4EA5C53AA8}" dt="2026-07-07T15:55:43.207" v="451" actId="2696"/>
        <pc:sldMkLst>
          <pc:docMk/>
          <pc:sldMk cId="3635918594" sldId="261"/>
        </pc:sldMkLst>
        <pc:spChg chg="add del mod">
          <ac:chgData name="TAKEDA Chie" userId="62d82b1b-7dd4-4e5f-86aa-3c4b1adc8940" providerId="ADAL" clId="{1906D364-0AED-47D5-A56B-CF4EA5C53AA8}" dt="2026-07-07T15:48:03.709" v="252" actId="21"/>
          <ac:spMkLst>
            <pc:docMk/>
            <pc:sldMk cId="3635918594" sldId="261"/>
            <ac:spMk id="2" creationId="{68A8EA77-716D-3B28-03D6-784CC9390B19}"/>
          </ac:spMkLst>
        </pc:spChg>
        <pc:spChg chg="add del">
          <ac:chgData name="TAKEDA Chie" userId="62d82b1b-7dd4-4e5f-86aa-3c4b1adc8940" providerId="ADAL" clId="{1906D364-0AED-47D5-A56B-CF4EA5C53AA8}" dt="2026-07-07T15:48:21.141" v="254" actId="22"/>
          <ac:spMkLst>
            <pc:docMk/>
            <pc:sldMk cId="3635918594" sldId="261"/>
            <ac:spMk id="4" creationId="{552EFD4A-1F04-AC1B-506F-7D88B42A5175}"/>
          </ac:spMkLst>
        </pc:spChg>
        <pc:spChg chg="add mod">
          <ac:chgData name="TAKEDA Chie" userId="62d82b1b-7dd4-4e5f-86aa-3c4b1adc8940" providerId="ADAL" clId="{1906D364-0AED-47D5-A56B-CF4EA5C53AA8}" dt="2026-07-07T15:48:56.165" v="288" actId="1076"/>
          <ac:spMkLst>
            <pc:docMk/>
            <pc:sldMk cId="3635918594" sldId="261"/>
            <ac:spMk id="6" creationId="{0AC81668-9E17-9AAE-63F1-0E72C71285B1}"/>
          </ac:spMkLst>
        </pc:spChg>
        <pc:spChg chg="add mod ord">
          <ac:chgData name="TAKEDA Chie" userId="62d82b1b-7dd4-4e5f-86aa-3c4b1adc8940" providerId="ADAL" clId="{1906D364-0AED-47D5-A56B-CF4EA5C53AA8}" dt="2026-07-07T15:52:16.239" v="337" actId="171"/>
          <ac:spMkLst>
            <pc:docMk/>
            <pc:sldMk cId="3635918594" sldId="261"/>
            <ac:spMk id="8" creationId="{2846EFE8-F3E3-5892-DDBC-69F5E15D3E0F}"/>
          </ac:spMkLst>
        </pc:spChg>
        <pc:spChg chg="add mod">
          <ac:chgData name="TAKEDA Chie" userId="62d82b1b-7dd4-4e5f-86aa-3c4b1adc8940" providerId="ADAL" clId="{1906D364-0AED-47D5-A56B-CF4EA5C53AA8}" dt="2026-07-07T15:54:09.212" v="428" actId="20577"/>
          <ac:spMkLst>
            <pc:docMk/>
            <pc:sldMk cId="3635918594" sldId="261"/>
            <ac:spMk id="9" creationId="{495527A3-2A66-7236-F287-B24F7AA0E068}"/>
          </ac:spMkLst>
        </pc:spChg>
        <pc:spChg chg="add mod">
          <ac:chgData name="TAKEDA Chie" userId="62d82b1b-7dd4-4e5f-86aa-3c4b1adc8940" providerId="ADAL" clId="{1906D364-0AED-47D5-A56B-CF4EA5C53AA8}" dt="2026-07-07T15:54:44.756" v="436" actId="1076"/>
          <ac:spMkLst>
            <pc:docMk/>
            <pc:sldMk cId="3635918594" sldId="261"/>
            <ac:spMk id="10" creationId="{44FCC229-B16E-9A35-9954-A4623202C9DE}"/>
          </ac:spMkLst>
        </pc:spChg>
        <pc:picChg chg="add mod ord">
          <ac:chgData name="TAKEDA Chie" userId="62d82b1b-7dd4-4e5f-86aa-3c4b1adc8940" providerId="ADAL" clId="{1906D364-0AED-47D5-A56B-CF4EA5C53AA8}" dt="2026-07-07T15:50:42.486" v="292" actId="14100"/>
          <ac:picMkLst>
            <pc:docMk/>
            <pc:sldMk cId="3635918594" sldId="261"/>
            <ac:picMk id="7" creationId="{B3F7440B-6C93-5EEC-3E8A-E39C279F9F3B}"/>
          </ac:picMkLst>
        </pc:picChg>
      </pc:sldChg>
      <pc:sldChg chg="addSp delSp modSp new mod setBg modNotesTx">
        <pc:chgData name="TAKEDA Chie" userId="62d82b1b-7dd4-4e5f-86aa-3c4b1adc8940" providerId="ADAL" clId="{1906D364-0AED-47D5-A56B-CF4EA5C53AA8}" dt="2026-07-07T16:04:02.199" v="545" actId="20577"/>
        <pc:sldMkLst>
          <pc:docMk/>
          <pc:sldMk cId="434749563" sldId="262"/>
        </pc:sldMkLst>
        <pc:spChg chg="mod">
          <ac:chgData name="TAKEDA Chie" userId="62d82b1b-7dd4-4e5f-86aa-3c4b1adc8940" providerId="ADAL" clId="{1906D364-0AED-47D5-A56B-CF4EA5C53AA8}" dt="2026-07-07T15:46:01.430" v="209" actId="26606"/>
          <ac:spMkLst>
            <pc:docMk/>
            <pc:sldMk cId="434749563" sldId="262"/>
            <ac:spMk id="2" creationId="{3F889981-05B9-690D-7CD5-0F153EE97F9B}"/>
          </ac:spMkLst>
        </pc:spChg>
        <pc:spChg chg="mod">
          <ac:chgData name="TAKEDA Chie" userId="62d82b1b-7dd4-4e5f-86aa-3c4b1adc8940" providerId="ADAL" clId="{1906D364-0AED-47D5-A56B-CF4EA5C53AA8}" dt="2026-07-07T15:46:01.430" v="209" actId="26606"/>
          <ac:spMkLst>
            <pc:docMk/>
            <pc:sldMk cId="434749563" sldId="262"/>
            <ac:spMk id="3" creationId="{52E517EE-A2ED-F804-4454-8B4B30B1BE99}"/>
          </ac:spMkLst>
        </pc:spChg>
        <pc:spChg chg="add del mod">
          <ac:chgData name="TAKEDA Chie" userId="62d82b1b-7dd4-4e5f-86aa-3c4b1adc8940" providerId="ADAL" clId="{1906D364-0AED-47D5-A56B-CF4EA5C53AA8}" dt="2026-07-07T15:45:51.028" v="208" actId="21"/>
          <ac:spMkLst>
            <pc:docMk/>
            <pc:sldMk cId="434749563" sldId="262"/>
            <ac:spMk id="4" creationId="{E6207666-76B3-EA8F-CCEE-92548E397CF9}"/>
          </ac:spMkLst>
        </pc:spChg>
        <pc:spChg chg="add del mod">
          <ac:chgData name="TAKEDA Chie" userId="62d82b1b-7dd4-4e5f-86aa-3c4b1adc8940" providerId="ADAL" clId="{1906D364-0AED-47D5-A56B-CF4EA5C53AA8}" dt="2026-07-07T15:45:33.326" v="205" actId="22"/>
          <ac:spMkLst>
            <pc:docMk/>
            <pc:sldMk cId="434749563" sldId="262"/>
            <ac:spMk id="6" creationId="{B88315FC-84F9-F43D-A7D0-B6689C20E1EB}"/>
          </ac:spMkLst>
        </pc:spChg>
        <pc:spChg chg="add mod">
          <ac:chgData name="TAKEDA Chie" userId="62d82b1b-7dd4-4e5f-86aa-3c4b1adc8940" providerId="ADAL" clId="{1906D364-0AED-47D5-A56B-CF4EA5C53AA8}" dt="2026-07-07T15:47:26.128" v="246" actId="207"/>
          <ac:spMkLst>
            <pc:docMk/>
            <pc:sldMk cId="434749563" sldId="262"/>
            <ac:spMk id="7" creationId="{93CF9D85-3E30-956C-FF9C-D877D4D10CF4}"/>
          </ac:spMkLst>
        </pc:spChg>
        <pc:spChg chg="add">
          <ac:chgData name="TAKEDA Chie" userId="62d82b1b-7dd4-4e5f-86aa-3c4b1adc8940" providerId="ADAL" clId="{1906D364-0AED-47D5-A56B-CF4EA5C53AA8}" dt="2026-07-07T15:46:01.430" v="209" actId="26606"/>
          <ac:spMkLst>
            <pc:docMk/>
            <pc:sldMk cId="434749563" sldId="262"/>
            <ac:spMk id="8" creationId="{C7D023E4-8DE1-436E-9847-ED6A4B4B04FD}"/>
          </ac:spMkLst>
        </pc:spChg>
        <pc:spChg chg="add mod">
          <ac:chgData name="TAKEDA Chie" userId="62d82b1b-7dd4-4e5f-86aa-3c4b1adc8940" providerId="ADAL" clId="{1906D364-0AED-47D5-A56B-CF4EA5C53AA8}" dt="2026-07-07T15:47:30.972" v="247" actId="207"/>
          <ac:spMkLst>
            <pc:docMk/>
            <pc:sldMk cId="434749563" sldId="262"/>
            <ac:spMk id="13" creationId="{BB03F062-BE60-C9DA-8B07-F531F50F8201}"/>
          </ac:spMkLst>
        </pc:spChg>
        <pc:grpChg chg="add">
          <ac:chgData name="TAKEDA Chie" userId="62d82b1b-7dd4-4e5f-86aa-3c4b1adc8940" providerId="ADAL" clId="{1906D364-0AED-47D5-A56B-CF4EA5C53AA8}" dt="2026-07-07T15:46:01.430" v="209" actId="26606"/>
          <ac:grpSpMkLst>
            <pc:docMk/>
            <pc:sldMk cId="434749563" sldId="262"/>
            <ac:grpSpMk id="10" creationId="{1FEC590B-3306-47E9-BD67-97F3F76169A4}"/>
          </ac:grpSpMkLst>
        </pc:grpChg>
        <pc:grpChg chg="add">
          <ac:chgData name="TAKEDA Chie" userId="62d82b1b-7dd4-4e5f-86aa-3c4b1adc8940" providerId="ADAL" clId="{1906D364-0AED-47D5-A56B-CF4EA5C53AA8}" dt="2026-07-07T15:46:01.430" v="209" actId="26606"/>
          <ac:grpSpMkLst>
            <pc:docMk/>
            <pc:sldMk cId="434749563" sldId="262"/>
            <ac:grpSpMk id="14" creationId="{A47AAF5E-1692-48C9-98FB-6432BF0BC4F7}"/>
          </ac:grpSpMkLst>
        </pc:grpChg>
      </pc:sldChg>
      <pc:sldChg chg="addSp delSp add mod modNotesTx">
        <pc:chgData name="TAKEDA Chie" userId="62d82b1b-7dd4-4e5f-86aa-3c4b1adc8940" providerId="ADAL" clId="{1906D364-0AED-47D5-A56B-CF4EA5C53AA8}" dt="2026-07-07T16:10:11.273" v="836" actId="22"/>
        <pc:sldMkLst>
          <pc:docMk/>
          <pc:sldMk cId="258857220" sldId="263"/>
        </pc:sldMkLst>
        <pc:spChg chg="add del">
          <ac:chgData name="TAKEDA Chie" userId="62d82b1b-7dd4-4e5f-86aa-3c4b1adc8940" providerId="ADAL" clId="{1906D364-0AED-47D5-A56B-CF4EA5C53AA8}" dt="2026-07-07T16:10:11.273" v="836" actId="22"/>
          <ac:spMkLst>
            <pc:docMk/>
            <pc:sldMk cId="258857220" sldId="263"/>
            <ac:spMk id="3" creationId="{CB81CC17-AAE3-87EF-15BB-74CE37ADBFA1}"/>
          </ac:spMkLst>
        </pc:spChg>
      </pc:sldChg>
      <pc:sldChg chg="add del">
        <pc:chgData name="TAKEDA Chie" userId="62d82b1b-7dd4-4e5f-86aa-3c4b1adc8940" providerId="ADAL" clId="{1906D364-0AED-47D5-A56B-CF4EA5C53AA8}" dt="2026-07-07T15:54:56.915" v="437" actId="2696"/>
        <pc:sldMkLst>
          <pc:docMk/>
          <pc:sldMk cId="3134211313" sldId="263"/>
        </pc:sldMkLst>
      </pc:sldChg>
      <pc:sldChg chg="addSp delSp modSp new mod ord modNotesTx">
        <pc:chgData name="TAKEDA Chie" userId="62d82b1b-7dd4-4e5f-86aa-3c4b1adc8940" providerId="ADAL" clId="{1906D364-0AED-47D5-A56B-CF4EA5C53AA8}" dt="2026-07-07T16:10:16.852" v="837" actId="22"/>
        <pc:sldMkLst>
          <pc:docMk/>
          <pc:sldMk cId="3980717053" sldId="264"/>
        </pc:sldMkLst>
        <pc:spChg chg="add del mod">
          <ac:chgData name="TAKEDA Chie" userId="62d82b1b-7dd4-4e5f-86aa-3c4b1adc8940" providerId="ADAL" clId="{1906D364-0AED-47D5-A56B-CF4EA5C53AA8}" dt="2026-07-07T16:02:32.755" v="507" actId="21"/>
          <ac:spMkLst>
            <pc:docMk/>
            <pc:sldMk cId="3980717053" sldId="264"/>
            <ac:spMk id="5" creationId="{EA5B77A1-8E8D-826E-37C7-F4A5535A18F9}"/>
          </ac:spMkLst>
        </pc:spChg>
        <pc:spChg chg="add mod">
          <ac:chgData name="TAKEDA Chie" userId="62d82b1b-7dd4-4e5f-86aa-3c4b1adc8940" providerId="ADAL" clId="{1906D364-0AED-47D5-A56B-CF4EA5C53AA8}" dt="2026-07-07T16:09:34.626" v="833" actId="1076"/>
          <ac:spMkLst>
            <pc:docMk/>
            <pc:sldMk cId="3980717053" sldId="264"/>
            <ac:spMk id="6" creationId="{3BC8A6DD-420B-BC8C-7183-44CEB943EF2E}"/>
          </ac:spMkLst>
        </pc:spChg>
        <pc:spChg chg="add mod">
          <ac:chgData name="TAKEDA Chie" userId="62d82b1b-7dd4-4e5f-86aa-3c4b1adc8940" providerId="ADAL" clId="{1906D364-0AED-47D5-A56B-CF4EA5C53AA8}" dt="2026-07-07T16:08:28.753" v="812" actId="692"/>
          <ac:spMkLst>
            <pc:docMk/>
            <pc:sldMk cId="3980717053" sldId="264"/>
            <ac:spMk id="7" creationId="{EE28348D-2DA0-158B-A332-A621FE830EF7}"/>
          </ac:spMkLst>
        </pc:spChg>
        <pc:spChg chg="add mod">
          <ac:chgData name="TAKEDA Chie" userId="62d82b1b-7dd4-4e5f-86aa-3c4b1adc8940" providerId="ADAL" clId="{1906D364-0AED-47D5-A56B-CF4EA5C53AA8}" dt="2026-07-07T16:08:48.290" v="818" actId="1076"/>
          <ac:spMkLst>
            <pc:docMk/>
            <pc:sldMk cId="3980717053" sldId="264"/>
            <ac:spMk id="9" creationId="{54BC7A85-9B80-3DAA-9DC1-C4CECBF235A7}"/>
          </ac:spMkLst>
        </pc:spChg>
        <pc:spChg chg="add mod">
          <ac:chgData name="TAKEDA Chie" userId="62d82b1b-7dd4-4e5f-86aa-3c4b1adc8940" providerId="ADAL" clId="{1906D364-0AED-47D5-A56B-CF4EA5C53AA8}" dt="2026-07-07T16:08:45.095" v="817" actId="1076"/>
          <ac:spMkLst>
            <pc:docMk/>
            <pc:sldMk cId="3980717053" sldId="264"/>
            <ac:spMk id="11" creationId="{9CCFD838-4009-165C-6ABC-361522106663}"/>
          </ac:spMkLst>
        </pc:spChg>
        <pc:spChg chg="add mod">
          <ac:chgData name="TAKEDA Chie" userId="62d82b1b-7dd4-4e5f-86aa-3c4b1adc8940" providerId="ADAL" clId="{1906D364-0AED-47D5-A56B-CF4EA5C53AA8}" dt="2026-07-07T16:08:41.427" v="816" actId="1076"/>
          <ac:spMkLst>
            <pc:docMk/>
            <pc:sldMk cId="3980717053" sldId="264"/>
            <ac:spMk id="13" creationId="{677CF699-E0A1-0986-AD8D-37C746629EAD}"/>
          </ac:spMkLst>
        </pc:spChg>
        <pc:spChg chg="add mod">
          <ac:chgData name="TAKEDA Chie" userId="62d82b1b-7dd4-4e5f-86aa-3c4b1adc8940" providerId="ADAL" clId="{1906D364-0AED-47D5-A56B-CF4EA5C53AA8}" dt="2026-07-07T16:09:03.931" v="822" actId="1076"/>
          <ac:spMkLst>
            <pc:docMk/>
            <pc:sldMk cId="3980717053" sldId="264"/>
            <ac:spMk id="15" creationId="{D617AA52-E729-AF03-46B6-334BF94DDCA6}"/>
          </ac:spMkLst>
        </pc:spChg>
        <pc:spChg chg="add mod">
          <ac:chgData name="TAKEDA Chie" userId="62d82b1b-7dd4-4e5f-86aa-3c4b1adc8940" providerId="ADAL" clId="{1906D364-0AED-47D5-A56B-CF4EA5C53AA8}" dt="2026-07-07T16:09:22.459" v="828" actId="1076"/>
          <ac:spMkLst>
            <pc:docMk/>
            <pc:sldMk cId="3980717053" sldId="264"/>
            <ac:spMk id="17" creationId="{063A1D14-B337-A24A-A19B-F5683C8CA550}"/>
          </ac:spMkLst>
        </pc:spChg>
        <pc:spChg chg="add mod">
          <ac:chgData name="TAKEDA Chie" userId="62d82b1b-7dd4-4e5f-86aa-3c4b1adc8940" providerId="ADAL" clId="{1906D364-0AED-47D5-A56B-CF4EA5C53AA8}" dt="2026-07-07T16:09:45.615" v="834" actId="1076"/>
          <ac:spMkLst>
            <pc:docMk/>
            <pc:sldMk cId="3980717053" sldId="264"/>
            <ac:spMk id="19" creationId="{25F20818-A543-A7AB-DFE3-52CA9B853DCC}"/>
          </ac:spMkLst>
        </pc:spChg>
        <pc:spChg chg="add">
          <ac:chgData name="TAKEDA Chie" userId="62d82b1b-7dd4-4e5f-86aa-3c4b1adc8940" providerId="ADAL" clId="{1906D364-0AED-47D5-A56B-CF4EA5C53AA8}" dt="2026-07-07T16:10:16.852" v="837" actId="22"/>
          <ac:spMkLst>
            <pc:docMk/>
            <pc:sldMk cId="3980717053" sldId="264"/>
            <ac:spMk id="21" creationId="{A9519FA0-48DE-172E-2490-97DCDEF2B24F}"/>
          </ac:spMkLst>
        </pc:spChg>
        <pc:picChg chg="add del">
          <ac:chgData name="TAKEDA Chie" userId="62d82b1b-7dd4-4e5f-86aa-3c4b1adc8940" providerId="ADAL" clId="{1906D364-0AED-47D5-A56B-CF4EA5C53AA8}" dt="2026-07-07T15:56:44.554" v="455" actId="21"/>
          <ac:picMkLst>
            <pc:docMk/>
            <pc:sldMk cId="3980717053" sldId="264"/>
            <ac:picMk id="2" creationId="{AF045B41-CE71-B0AF-0F35-9A33530CC7BE}"/>
          </ac:picMkLst>
        </pc:picChg>
        <pc:picChg chg="add del">
          <ac:chgData name="TAKEDA Chie" userId="62d82b1b-7dd4-4e5f-86aa-3c4b1adc8940" providerId="ADAL" clId="{1906D364-0AED-47D5-A56B-CF4EA5C53AA8}" dt="2026-07-07T16:01:33.465" v="474" actId="21"/>
          <ac:picMkLst>
            <pc:docMk/>
            <pc:sldMk cId="3980717053" sldId="264"/>
            <ac:picMk id="3" creationId="{CF76596D-E8E4-72B0-5EDF-FDB4860A624E}"/>
          </ac:picMkLst>
        </pc:picChg>
        <pc:picChg chg="add mod modCrop">
          <ac:chgData name="TAKEDA Chie" userId="62d82b1b-7dd4-4e5f-86aa-3c4b1adc8940" providerId="ADAL" clId="{1906D364-0AED-47D5-A56B-CF4EA5C53AA8}" dt="2026-07-07T16:03:17.557" v="514" actId="18131"/>
          <ac:picMkLst>
            <pc:docMk/>
            <pc:sldMk cId="3980717053" sldId="264"/>
            <ac:picMk id="4" creationId="{1B5EAC24-A24C-B0A1-6E37-1194455728D4}"/>
          </ac:picMkLst>
        </pc:picChg>
      </pc:sldChg>
      <pc:sldChg chg="addSp new del mod ord">
        <pc:chgData name="TAKEDA Chie" userId="62d82b1b-7dd4-4e5f-86aa-3c4b1adc8940" providerId="ADAL" clId="{1906D364-0AED-47D5-A56B-CF4EA5C53AA8}" dt="2026-07-07T16:31:57.338" v="1435" actId="2696"/>
        <pc:sldMkLst>
          <pc:docMk/>
          <pc:sldMk cId="1698955141" sldId="265"/>
        </pc:sldMkLst>
        <pc:picChg chg="add">
          <ac:chgData name="TAKEDA Chie" userId="62d82b1b-7dd4-4e5f-86aa-3c4b1adc8940" providerId="ADAL" clId="{1906D364-0AED-47D5-A56B-CF4EA5C53AA8}" dt="2026-07-07T15:57:19.536" v="460"/>
          <ac:picMkLst>
            <pc:docMk/>
            <pc:sldMk cId="1698955141" sldId="265"/>
            <ac:picMk id="2" creationId="{3C22FE13-5C52-5A0A-5D94-A3EAEF905DD8}"/>
          </ac:picMkLst>
        </pc:picChg>
      </pc:sldChg>
      <pc:sldChg chg="addSp new del mod">
        <pc:chgData name="TAKEDA Chie" userId="62d82b1b-7dd4-4e5f-86aa-3c4b1adc8940" providerId="ADAL" clId="{1906D364-0AED-47D5-A56B-CF4EA5C53AA8}" dt="2026-07-07T16:22:43.803" v="1159" actId="2696"/>
        <pc:sldMkLst>
          <pc:docMk/>
          <pc:sldMk cId="2899979051" sldId="266"/>
        </pc:sldMkLst>
        <pc:picChg chg="add">
          <ac:chgData name="TAKEDA Chie" userId="62d82b1b-7dd4-4e5f-86aa-3c4b1adc8940" providerId="ADAL" clId="{1906D364-0AED-47D5-A56B-CF4EA5C53AA8}" dt="2026-07-07T15:57:48.133" v="463"/>
          <ac:picMkLst>
            <pc:docMk/>
            <pc:sldMk cId="2899979051" sldId="266"/>
            <ac:picMk id="2" creationId="{074EEC81-CFF1-9E06-C514-C4BBFEF461BF}"/>
          </ac:picMkLst>
        </pc:picChg>
      </pc:sldChg>
      <pc:sldChg chg="addSp modSp new mod ord modNotesTx">
        <pc:chgData name="TAKEDA Chie" userId="62d82b1b-7dd4-4e5f-86aa-3c4b1adc8940" providerId="ADAL" clId="{1906D364-0AED-47D5-A56B-CF4EA5C53AA8}" dt="2026-07-07T16:29:55.948" v="1381" actId="20577"/>
        <pc:sldMkLst>
          <pc:docMk/>
          <pc:sldMk cId="181580181" sldId="267"/>
        </pc:sldMkLst>
        <pc:spChg chg="add">
          <ac:chgData name="TAKEDA Chie" userId="62d82b1b-7dd4-4e5f-86aa-3c4b1adc8940" providerId="ADAL" clId="{1906D364-0AED-47D5-A56B-CF4EA5C53AA8}" dt="2026-07-07T16:25:07.824" v="1179" actId="22"/>
          <ac:spMkLst>
            <pc:docMk/>
            <pc:sldMk cId="181580181" sldId="267"/>
            <ac:spMk id="4" creationId="{356B7E52-1BD0-DFDF-AD49-F48097D6EF0D}"/>
          </ac:spMkLst>
        </pc:spChg>
        <pc:spChg chg="add mod">
          <ac:chgData name="TAKEDA Chie" userId="62d82b1b-7dd4-4e5f-86aa-3c4b1adc8940" providerId="ADAL" clId="{1906D364-0AED-47D5-A56B-CF4EA5C53AA8}" dt="2026-07-07T16:28:25.873" v="1297" actId="20577"/>
          <ac:spMkLst>
            <pc:docMk/>
            <pc:sldMk cId="181580181" sldId="267"/>
            <ac:spMk id="5" creationId="{DAA4F4D6-02B0-4754-177D-4428376EEA3A}"/>
          </ac:spMkLst>
        </pc:spChg>
        <pc:spChg chg="add mod">
          <ac:chgData name="TAKEDA Chie" userId="62d82b1b-7dd4-4e5f-86aa-3c4b1adc8940" providerId="ADAL" clId="{1906D364-0AED-47D5-A56B-CF4EA5C53AA8}" dt="2026-07-07T16:29:06.875" v="1343" actId="1076"/>
          <ac:spMkLst>
            <pc:docMk/>
            <pc:sldMk cId="181580181" sldId="267"/>
            <ac:spMk id="7" creationId="{2F6576A2-D832-3D8A-B5E7-D5B15B73BB79}"/>
          </ac:spMkLst>
        </pc:spChg>
        <pc:spChg chg="add mod">
          <ac:chgData name="TAKEDA Chie" userId="62d82b1b-7dd4-4e5f-86aa-3c4b1adc8940" providerId="ADAL" clId="{1906D364-0AED-47D5-A56B-CF4EA5C53AA8}" dt="2026-07-07T16:29:55.948" v="1381" actId="20577"/>
          <ac:spMkLst>
            <pc:docMk/>
            <pc:sldMk cId="181580181" sldId="267"/>
            <ac:spMk id="9" creationId="{274AB331-B339-692B-62BD-303AD11C3F36}"/>
          </ac:spMkLst>
        </pc:spChg>
        <pc:picChg chg="add mod">
          <ac:chgData name="TAKEDA Chie" userId="62d82b1b-7dd4-4e5f-86aa-3c4b1adc8940" providerId="ADAL" clId="{1906D364-0AED-47D5-A56B-CF4EA5C53AA8}" dt="2026-07-07T16:28:35.061" v="1300" actId="1076"/>
          <ac:picMkLst>
            <pc:docMk/>
            <pc:sldMk cId="181580181" sldId="267"/>
            <ac:picMk id="2" creationId="{92CB2D76-4C79-8E8A-017E-A0D64B057521}"/>
          </ac:picMkLst>
        </pc:picChg>
      </pc:sldChg>
      <pc:sldChg chg="addSp new del mod">
        <pc:chgData name="TAKEDA Chie" userId="62d82b1b-7dd4-4e5f-86aa-3c4b1adc8940" providerId="ADAL" clId="{1906D364-0AED-47D5-A56B-CF4EA5C53AA8}" dt="2026-07-07T16:22:36.590" v="1157" actId="2696"/>
        <pc:sldMkLst>
          <pc:docMk/>
          <pc:sldMk cId="1622644674" sldId="268"/>
        </pc:sldMkLst>
        <pc:picChg chg="add">
          <ac:chgData name="TAKEDA Chie" userId="62d82b1b-7dd4-4e5f-86aa-3c4b1adc8940" providerId="ADAL" clId="{1906D364-0AED-47D5-A56B-CF4EA5C53AA8}" dt="2026-07-07T15:59:39.344" v="473"/>
          <ac:picMkLst>
            <pc:docMk/>
            <pc:sldMk cId="1622644674" sldId="268"/>
            <ac:picMk id="2" creationId="{2CC5DABC-0BF9-BF70-C14F-62D0803C6380}"/>
          </ac:picMkLst>
        </pc:picChg>
      </pc:sldChg>
      <pc:sldChg chg="addSp modSp add mod modNotesTx">
        <pc:chgData name="TAKEDA Chie" userId="62d82b1b-7dd4-4e5f-86aa-3c4b1adc8940" providerId="ADAL" clId="{1906D364-0AED-47D5-A56B-CF4EA5C53AA8}" dt="2026-07-07T16:18:07.551" v="1023" actId="20577"/>
        <pc:sldMkLst>
          <pc:docMk/>
          <pc:sldMk cId="1042626298" sldId="269"/>
        </pc:sldMkLst>
        <pc:spChg chg="add mod ord">
          <ac:chgData name="TAKEDA Chie" userId="62d82b1b-7dd4-4e5f-86aa-3c4b1adc8940" providerId="ADAL" clId="{1906D364-0AED-47D5-A56B-CF4EA5C53AA8}" dt="2026-07-07T16:11:34.733" v="890" actId="207"/>
          <ac:spMkLst>
            <pc:docMk/>
            <pc:sldMk cId="1042626298" sldId="269"/>
            <ac:spMk id="3" creationId="{84CC6718-9E41-BA86-921C-56F2F7EEB6FD}"/>
          </ac:spMkLst>
        </pc:spChg>
        <pc:spChg chg="add mod">
          <ac:chgData name="TAKEDA Chie" userId="62d82b1b-7dd4-4e5f-86aa-3c4b1adc8940" providerId="ADAL" clId="{1906D364-0AED-47D5-A56B-CF4EA5C53AA8}" dt="2026-07-07T16:13:16.494" v="919" actId="207"/>
          <ac:spMkLst>
            <pc:docMk/>
            <pc:sldMk cId="1042626298" sldId="269"/>
            <ac:spMk id="5" creationId="{B6BCF0A4-9903-842F-9044-6024065FA251}"/>
          </ac:spMkLst>
        </pc:spChg>
        <pc:spChg chg="add mod">
          <ac:chgData name="TAKEDA Chie" userId="62d82b1b-7dd4-4e5f-86aa-3c4b1adc8940" providerId="ADAL" clId="{1906D364-0AED-47D5-A56B-CF4EA5C53AA8}" dt="2026-07-07T16:17:28.868" v="969" actId="1076"/>
          <ac:spMkLst>
            <pc:docMk/>
            <pc:sldMk cId="1042626298" sldId="269"/>
            <ac:spMk id="8" creationId="{90CC99FF-0EEE-91C3-19CC-EE6AF2A15C25}"/>
          </ac:spMkLst>
        </pc:spChg>
        <pc:spChg chg="add mod">
          <ac:chgData name="TAKEDA Chie" userId="62d82b1b-7dd4-4e5f-86aa-3c4b1adc8940" providerId="ADAL" clId="{1906D364-0AED-47D5-A56B-CF4EA5C53AA8}" dt="2026-07-07T16:14:38.730" v="955" actId="1076"/>
          <ac:spMkLst>
            <pc:docMk/>
            <pc:sldMk cId="1042626298" sldId="269"/>
            <ac:spMk id="10" creationId="{586977B6-9D04-589D-8AC9-566DD0188B8D}"/>
          </ac:spMkLst>
        </pc:spChg>
        <pc:picChg chg="ord">
          <ac:chgData name="TAKEDA Chie" userId="62d82b1b-7dd4-4e5f-86aa-3c4b1adc8940" providerId="ADAL" clId="{1906D364-0AED-47D5-A56B-CF4EA5C53AA8}" dt="2026-07-07T16:11:07.633" v="844" actId="167"/>
          <ac:picMkLst>
            <pc:docMk/>
            <pc:sldMk cId="1042626298" sldId="269"/>
            <ac:picMk id="4" creationId="{F102050F-CE5D-7295-36DF-9AA7BD735266}"/>
          </ac:picMkLst>
        </pc:picChg>
        <pc:picChg chg="add">
          <ac:chgData name="TAKEDA Chie" userId="62d82b1b-7dd4-4e5f-86aa-3c4b1adc8940" providerId="ADAL" clId="{1906D364-0AED-47D5-A56B-CF4EA5C53AA8}" dt="2026-07-07T16:16:08.748" v="956"/>
          <ac:picMkLst>
            <pc:docMk/>
            <pc:sldMk cId="1042626298" sldId="269"/>
            <ac:picMk id="12" creationId="{E95957EC-A8A8-19C0-FDAF-FD54DF3D63E1}"/>
          </ac:picMkLst>
        </pc:picChg>
        <pc:picChg chg="add mod ord">
          <ac:chgData name="TAKEDA Chie" userId="62d82b1b-7dd4-4e5f-86aa-3c4b1adc8940" providerId="ADAL" clId="{1906D364-0AED-47D5-A56B-CF4EA5C53AA8}" dt="2026-07-07T16:17:05.664" v="966" actId="1076"/>
          <ac:picMkLst>
            <pc:docMk/>
            <pc:sldMk cId="1042626298" sldId="269"/>
            <ac:picMk id="14" creationId="{253ABD7D-C8B4-5E45-6B64-28FA5D3A6336}"/>
          </ac:picMkLst>
        </pc:picChg>
      </pc:sldChg>
      <pc:sldChg chg="modSp add mod ord modNotesTx">
        <pc:chgData name="TAKEDA Chie" userId="62d82b1b-7dd4-4e5f-86aa-3c4b1adc8940" providerId="ADAL" clId="{1906D364-0AED-47D5-A56B-CF4EA5C53AA8}" dt="2026-07-07T16:22:12.789" v="1154" actId="20577"/>
        <pc:sldMkLst>
          <pc:docMk/>
          <pc:sldMk cId="152326334" sldId="270"/>
        </pc:sldMkLst>
        <pc:spChg chg="mod">
          <ac:chgData name="TAKEDA Chie" userId="62d82b1b-7dd4-4e5f-86aa-3c4b1adc8940" providerId="ADAL" clId="{1906D364-0AED-47D5-A56B-CF4EA5C53AA8}" dt="2026-07-07T16:22:12.789" v="1154" actId="20577"/>
          <ac:spMkLst>
            <pc:docMk/>
            <pc:sldMk cId="152326334" sldId="270"/>
            <ac:spMk id="9" creationId="{B53093D0-049A-502E-A25E-E41671DE16F9}"/>
          </ac:spMkLst>
        </pc:spChg>
      </pc:sldChg>
      <pc:sldChg chg="addSp modSp new mod">
        <pc:chgData name="TAKEDA Chie" userId="62d82b1b-7dd4-4e5f-86aa-3c4b1adc8940" providerId="ADAL" clId="{1906D364-0AED-47D5-A56B-CF4EA5C53AA8}" dt="2026-07-07T16:31:37.808" v="1434" actId="20577"/>
        <pc:sldMkLst>
          <pc:docMk/>
          <pc:sldMk cId="2798787819" sldId="271"/>
        </pc:sldMkLst>
        <pc:spChg chg="add mod">
          <ac:chgData name="TAKEDA Chie" userId="62d82b1b-7dd4-4e5f-86aa-3c4b1adc8940" providerId="ADAL" clId="{1906D364-0AED-47D5-A56B-CF4EA5C53AA8}" dt="2026-07-07T16:24:37.671" v="1172" actId="164"/>
          <ac:spMkLst>
            <pc:docMk/>
            <pc:sldMk cId="2798787819" sldId="271"/>
            <ac:spMk id="4" creationId="{7CCE2462-B232-21DA-7D27-1A628A06E965}"/>
          </ac:spMkLst>
        </pc:spChg>
        <pc:spChg chg="add mod">
          <ac:chgData name="TAKEDA Chie" userId="62d82b1b-7dd4-4e5f-86aa-3c4b1adc8940" providerId="ADAL" clId="{1906D364-0AED-47D5-A56B-CF4EA5C53AA8}" dt="2026-07-07T16:24:37.671" v="1172" actId="164"/>
          <ac:spMkLst>
            <pc:docMk/>
            <pc:sldMk cId="2798787819" sldId="271"/>
            <ac:spMk id="6" creationId="{844A7506-CCC6-1634-5081-D4FC426FE2BA}"/>
          </ac:spMkLst>
        </pc:spChg>
        <pc:spChg chg="add mod">
          <ac:chgData name="TAKEDA Chie" userId="62d82b1b-7dd4-4e5f-86aa-3c4b1adc8940" providerId="ADAL" clId="{1906D364-0AED-47D5-A56B-CF4EA5C53AA8}" dt="2026-07-07T16:24:37.671" v="1172" actId="164"/>
          <ac:spMkLst>
            <pc:docMk/>
            <pc:sldMk cId="2798787819" sldId="271"/>
            <ac:spMk id="8" creationId="{EBD6EF22-2325-8F78-0827-CCA9BE9099D3}"/>
          </ac:spMkLst>
        </pc:spChg>
        <pc:spChg chg="add mod">
          <ac:chgData name="TAKEDA Chie" userId="62d82b1b-7dd4-4e5f-86aa-3c4b1adc8940" providerId="ADAL" clId="{1906D364-0AED-47D5-A56B-CF4EA5C53AA8}" dt="2026-07-07T16:24:37.671" v="1172" actId="164"/>
          <ac:spMkLst>
            <pc:docMk/>
            <pc:sldMk cId="2798787819" sldId="271"/>
            <ac:spMk id="10" creationId="{98392F32-F1B3-9E7B-B731-B00E0961EA76}"/>
          </ac:spMkLst>
        </pc:spChg>
        <pc:spChg chg="add mod">
          <ac:chgData name="TAKEDA Chie" userId="62d82b1b-7dd4-4e5f-86aa-3c4b1adc8940" providerId="ADAL" clId="{1906D364-0AED-47D5-A56B-CF4EA5C53AA8}" dt="2026-07-07T16:24:37.671" v="1172" actId="164"/>
          <ac:spMkLst>
            <pc:docMk/>
            <pc:sldMk cId="2798787819" sldId="271"/>
            <ac:spMk id="12" creationId="{13101A6F-58A1-D77E-7780-D080239BA401}"/>
          </ac:spMkLst>
        </pc:spChg>
        <pc:spChg chg="add mod">
          <ac:chgData name="TAKEDA Chie" userId="62d82b1b-7dd4-4e5f-86aa-3c4b1adc8940" providerId="ADAL" clId="{1906D364-0AED-47D5-A56B-CF4EA5C53AA8}" dt="2026-07-07T16:24:37.671" v="1172" actId="164"/>
          <ac:spMkLst>
            <pc:docMk/>
            <pc:sldMk cId="2798787819" sldId="271"/>
            <ac:spMk id="14" creationId="{8E769BFB-C4C0-5133-E6EA-1522B89C4D92}"/>
          </ac:spMkLst>
        </pc:spChg>
        <pc:spChg chg="add mod">
          <ac:chgData name="TAKEDA Chie" userId="62d82b1b-7dd4-4e5f-86aa-3c4b1adc8940" providerId="ADAL" clId="{1906D364-0AED-47D5-A56B-CF4EA5C53AA8}" dt="2026-07-07T16:24:37.671" v="1172" actId="164"/>
          <ac:spMkLst>
            <pc:docMk/>
            <pc:sldMk cId="2798787819" sldId="271"/>
            <ac:spMk id="16" creationId="{054CEFA9-AA35-F45A-8E80-492C834AD48B}"/>
          </ac:spMkLst>
        </pc:spChg>
        <pc:spChg chg="add mod">
          <ac:chgData name="TAKEDA Chie" userId="62d82b1b-7dd4-4e5f-86aa-3c4b1adc8940" providerId="ADAL" clId="{1906D364-0AED-47D5-A56B-CF4EA5C53AA8}" dt="2026-07-07T16:24:37.671" v="1172" actId="164"/>
          <ac:spMkLst>
            <pc:docMk/>
            <pc:sldMk cId="2798787819" sldId="271"/>
            <ac:spMk id="18" creationId="{3F58BAAD-A6FA-C108-C5AE-35F4D6AEAE57}"/>
          </ac:spMkLst>
        </pc:spChg>
        <pc:spChg chg="add">
          <ac:chgData name="TAKEDA Chie" userId="62d82b1b-7dd4-4e5f-86aa-3c4b1adc8940" providerId="ADAL" clId="{1906D364-0AED-47D5-A56B-CF4EA5C53AA8}" dt="2026-07-07T16:25:05.169" v="1178" actId="22"/>
          <ac:spMkLst>
            <pc:docMk/>
            <pc:sldMk cId="2798787819" sldId="271"/>
            <ac:spMk id="21" creationId="{EED563EF-24B1-CBD6-643A-26D51FB60CF8}"/>
          </ac:spMkLst>
        </pc:spChg>
        <pc:spChg chg="add mod">
          <ac:chgData name="TAKEDA Chie" userId="62d82b1b-7dd4-4e5f-86aa-3c4b1adc8940" providerId="ADAL" clId="{1906D364-0AED-47D5-A56B-CF4EA5C53AA8}" dt="2026-07-07T16:31:37.808" v="1434" actId="20577"/>
          <ac:spMkLst>
            <pc:docMk/>
            <pc:sldMk cId="2798787819" sldId="271"/>
            <ac:spMk id="23" creationId="{757C8E9A-6BFA-970A-ACA4-6A53CBDC50D8}"/>
          </ac:spMkLst>
        </pc:spChg>
        <pc:spChg chg="add mod">
          <ac:chgData name="TAKEDA Chie" userId="62d82b1b-7dd4-4e5f-86aa-3c4b1adc8940" providerId="ADAL" clId="{1906D364-0AED-47D5-A56B-CF4EA5C53AA8}" dt="2026-07-07T16:30:42.738" v="1383" actId="164"/>
          <ac:spMkLst>
            <pc:docMk/>
            <pc:sldMk cId="2798787819" sldId="271"/>
            <ac:spMk id="25" creationId="{C2B8AFB9-4A8A-F09A-DDE8-C4126C0C6CFC}"/>
          </ac:spMkLst>
        </pc:spChg>
        <pc:grpChg chg="add mod">
          <ac:chgData name="TAKEDA Chie" userId="62d82b1b-7dd4-4e5f-86aa-3c4b1adc8940" providerId="ADAL" clId="{1906D364-0AED-47D5-A56B-CF4EA5C53AA8}" dt="2026-07-07T16:24:37.671" v="1172" actId="164"/>
          <ac:grpSpMkLst>
            <pc:docMk/>
            <pc:sldMk cId="2798787819" sldId="271"/>
            <ac:grpSpMk id="19" creationId="{27F4013E-3F8D-EEA1-ADA8-7F8A51B3CA2F}"/>
          </ac:grpSpMkLst>
        </pc:grpChg>
        <pc:grpChg chg="add mod">
          <ac:chgData name="TAKEDA Chie" userId="62d82b1b-7dd4-4e5f-86aa-3c4b1adc8940" providerId="ADAL" clId="{1906D364-0AED-47D5-A56B-CF4EA5C53AA8}" dt="2026-07-07T16:31:06.120" v="1388" actId="1076"/>
          <ac:grpSpMkLst>
            <pc:docMk/>
            <pc:sldMk cId="2798787819" sldId="271"/>
            <ac:grpSpMk id="26" creationId="{38B17EEC-B5DF-03E1-1D0E-B0BF57084346}"/>
          </ac:grpSpMkLst>
        </pc:grpChg>
        <pc:picChg chg="add mod">
          <ac:chgData name="TAKEDA Chie" userId="62d82b1b-7dd4-4e5f-86aa-3c4b1adc8940" providerId="ADAL" clId="{1906D364-0AED-47D5-A56B-CF4EA5C53AA8}" dt="2026-07-07T16:31:03.381" v="1386" actId="1076"/>
          <ac:picMkLst>
            <pc:docMk/>
            <pc:sldMk cId="2798787819" sldId="271"/>
            <ac:picMk id="2" creationId="{10763E15-3192-577E-6663-F36293114E5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DB29D6-6C9D-47F6-981E-2AC86B23B041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4701A0-9047-48E1-BF04-E7EC043C73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537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タイトル画面（参考）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701A0-9047-48E1-BF04-E7EC043C7300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78706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オープニング</a:t>
            </a:r>
            <a:endParaRPr kumimoji="1" lang="en-US" altLang="ja-JP" dirty="0"/>
          </a:p>
          <a:p>
            <a:r>
              <a:rPr kumimoji="1" lang="ja-JP" altLang="en-US" dirty="0"/>
              <a:t>主人公が学校に入った直後の場面。</a:t>
            </a:r>
            <a:endParaRPr kumimoji="1" lang="en-US" altLang="ja-JP" dirty="0"/>
          </a:p>
          <a:p>
            <a:r>
              <a:rPr kumimoji="1" lang="ja-JP" altLang="en-US" dirty="0"/>
              <a:t>脱出のルールと目的が示される。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701A0-9047-48E1-BF04-E7EC043C7300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170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探索画面参考</a:t>
            </a:r>
            <a:endParaRPr kumimoji="1" lang="en-US" altLang="ja-JP" dirty="0"/>
          </a:p>
          <a:p>
            <a:r>
              <a:rPr kumimoji="1" lang="ja-JP" altLang="en-US" dirty="0"/>
              <a:t>プレイヤーが探索する画面。下部にアイテム欄を表示。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701A0-9047-48E1-BF04-E7EC043C7300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83026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CDDAB-8FBC-4B8C-31F4-7594C1414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32D302-300D-DCDD-90BA-03E0C99DC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901808-49EE-97F8-A0E5-4F0ABE828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鍵や脱出のヒントを見つけた場面。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DA9487D-3CFF-1B4C-7DC2-6DA42B19C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701A0-9047-48E1-BF04-E7EC043C7300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28001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3A1ED-C3FA-CC27-F10B-0090D03D7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24D414A-63CA-5D50-8C70-EB8F8A3D11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0765342-88FF-CF46-A26B-FE54BA660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新しい場面に進めるようになった場面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FE843FB-A95F-43A1-BAC7-7E6A2B16BA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701A0-9047-48E1-BF04-E7EC043C7300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33741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エンディング画面</a:t>
            </a:r>
            <a:endParaRPr kumimoji="1" lang="en-US" altLang="ja-JP" dirty="0"/>
          </a:p>
          <a:p>
            <a:r>
              <a:rPr kumimoji="1" lang="ja-JP" altLang="en-US" dirty="0"/>
              <a:t>脱出できたことを示す。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701A0-9047-48E1-BF04-E7EC043C7300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9795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CCB901-406D-F2D1-5FF3-E27AF4CBC6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3E3C11A-793B-DFB8-F194-76F4FF8C89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6559D5-13F8-2041-3F80-A5D63FE2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705751-7B77-CBD2-E425-FF622E6DD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A4061A-94D9-3405-2D11-ADD355F20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4661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B64333-D417-EF97-2621-614B081AD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7FD65A3-C42A-B297-6D66-1EA8D33121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6ED750-54BE-1833-393F-1D98BD6E2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7438D2-35E0-B3E1-2A25-FDEB7AD65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EB21FD-F990-501D-8016-5733C8F68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0324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1BCA69-3884-EFF7-9F62-87CB9517D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D4A817E-D33B-12B0-DCAC-587D6AFC9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1BBF2E-3B8B-58D9-4210-7E6ADE56B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3C271B-BD09-A8C2-0FB4-F8969B113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44D22E-064F-1830-CDAC-9179AC5D2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4460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6FCE01-0761-3E98-3FCD-3AEB3D6BC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C27BD6C-005E-04DA-C4B7-4C8C9C32D7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ADBBE3E-2862-3551-3A2E-E7721348BD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2FACD50-DBDC-80A4-4329-E74E82BFF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3E3AC21-F75C-AF44-1C08-2E6C64FFA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83733D-EE1C-B90A-8CFA-FBF044310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029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442EC2-AC69-3A8E-25B2-11DEB75DA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53695AC-F91C-AD8F-5FA3-94453866B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C509C02-34CC-41B9-A4A3-386AB9E600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A4CF4E0-0E63-C81B-DA5E-7A2E90216F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8695377-D981-8D41-7B52-FF04346D94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4CF931D-1FE2-DADE-ADF5-7C79D1AB4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CD57E16-081E-142A-B072-C5B72FF85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9718258-A703-6294-6C9E-5EB954398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5280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A0674D-3475-CDA0-4B1F-B27F23FDB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E550A16-3149-00AF-2603-6F7DC7316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1B90D36-191C-7379-5292-0019B5BC7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3A606FD-1A17-1136-754D-4B8AD3D25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2330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ED1950F-0C40-3AEE-0FDE-D681E88AA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FF522DF-2015-376B-2BE6-253DBC73A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C8D2902-43A2-28A7-3945-1714B797B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596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73088E-F1F9-56DB-A4E6-F8C9910AE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691D37-00D0-AA57-65C6-1A4759267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4EB7D75-CB3C-87EA-8043-841D7925AC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30FECE8-00E3-7111-ABFD-92BA4BE24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BDE74C-562B-A7A6-2527-CA6878C43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CE5F36-BC4E-BBB3-5EA0-35A21DFE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6053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3C6F6D-4CA4-DEAC-F552-B9E4D6CB0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A31AD73-D53E-3567-FC21-8143418071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2EF1A85-B84A-E0DF-3649-A4FAD3C299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1613D3-C7F1-8E25-4B8F-A7FBB5DE7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2BF7FF-3AD6-FD6F-EBA3-CBA628FC6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4C82940-CBBA-11AA-722E-12600383E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6886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E6C433-2859-83B4-D9D9-7AB73CEB0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B29CADE-CD42-9AE3-457A-B28651EF68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C822AAE-2115-A273-1031-2D2A602FE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0AFC56-B73C-6CD8-3405-568CA25C7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AF505D-212B-5C25-0F02-A458F4F56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018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755DF35-B882-C69C-7B03-60CF608976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E08A44-BB7F-2C40-17F3-2E86B7C45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F3B01B-43D8-297D-E315-5116D13EC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2E7870-7A1D-2BED-3DCE-1D8A5AE57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16BE1A-A974-D74A-9CBB-D1E7327AE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2218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E13128-49B1-FA21-2E7D-0314E425D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ED5DB6E-3E34-26B0-4557-C9537B5A9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7BEBD9-F480-9F72-E99D-4C74B6F724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C3AF42-1304-4682-9E6C-1AE15CC67DE6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FB95D-955C-1610-619F-BFD61AF543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0F8335-76BE-E639-AA24-4D9AC07868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9F35A-2FDE-4DCD-B94E-42A169D94D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6526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EC590B-3306-47E9-BD67-97F3F76169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88952" cy="6858000"/>
            <a:chOff x="651279" y="598259"/>
            <a:chExt cx="10889442" cy="5680742"/>
          </a:xfrm>
        </p:grpSpPr>
        <p:sp>
          <p:nvSpPr>
            <p:cNvPr id="11" name="Color">
              <a:extLst>
                <a:ext uri="{FF2B5EF4-FFF2-40B4-BE49-F238E27FC236}">
                  <a16:creationId xmlns:a16="http://schemas.microsoft.com/office/drawing/2014/main" id="{54F87DBC-E43C-4CE4-A8C5-61E3D6819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Color">
              <a:extLst>
                <a:ext uri="{FF2B5EF4-FFF2-40B4-BE49-F238E27FC236}">
                  <a16:creationId xmlns:a16="http://schemas.microsoft.com/office/drawing/2014/main" id="{CD39A88A-7F84-4ACA-877B-E28BC26CD8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47AAF5E-1692-48C9-98FB-6432BF0B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F36A26D-E71D-4663-B197-8B7BFA37AD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821CEB-DA96-4952-93B9-81F9C42BA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C8EDE0-D69B-4F65-9AB7-DDE7EAD78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46F0982-BF10-4BF6-842A-F631654FF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B313509-2128-42CA-81B6-C9EC23E44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589188C-E06E-4F8A-BDD1-02ADF140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B4E610F-FCD0-483F-B9F2-6DF2C28FE8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3F889981-05B9-690D-7CD5-0F153EE97F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9708" y="666351"/>
            <a:ext cx="10558405" cy="3044335"/>
          </a:xfrm>
        </p:spPr>
        <p:txBody>
          <a:bodyPr anchor="b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脱出ゲーム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2E517EE-A2ED-F804-4454-8B4B30B1BE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9708" y="3866064"/>
            <a:ext cx="10558405" cy="2234485"/>
          </a:xfrm>
        </p:spPr>
        <p:txBody>
          <a:bodyPr anchor="t">
            <a:normAutofit/>
          </a:bodyPr>
          <a:lstStyle/>
          <a:p>
            <a:r>
              <a:rPr kumimoji="1" lang="ja-JP" altLang="en-US">
                <a:solidFill>
                  <a:schemeClr val="bg1"/>
                </a:solidFill>
              </a:rPr>
              <a:t>放課後の学校からの脱出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3CF9D85-3E30-956C-FF9C-D877D4D10CF4}"/>
              </a:ext>
            </a:extLst>
          </p:cNvPr>
          <p:cNvSpPr/>
          <p:nvPr/>
        </p:nvSpPr>
        <p:spPr>
          <a:xfrm>
            <a:off x="5012267" y="4588933"/>
            <a:ext cx="2133600" cy="54186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</a:rPr>
              <a:t>START</a:t>
            </a:r>
            <a:endParaRPr kumimoji="1" lang="ja-JP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B03F062-BE60-C9DA-8B07-F531F50F8201}"/>
              </a:ext>
            </a:extLst>
          </p:cNvPr>
          <p:cNvSpPr/>
          <p:nvPr/>
        </p:nvSpPr>
        <p:spPr>
          <a:xfrm>
            <a:off x="5002110" y="5363949"/>
            <a:ext cx="2133600" cy="54186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accent5">
                    <a:lumMod val="50000"/>
                  </a:schemeClr>
                </a:solidFill>
              </a:rPr>
              <a:t>遊び方</a:t>
            </a:r>
            <a:endParaRPr kumimoji="1" lang="ja-JP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4749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CE574-A0B0-A2CE-514D-E6E6D7807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学校の廊下のイラスト（背景素材）">
            <a:extLst>
              <a:ext uri="{FF2B5EF4-FFF2-40B4-BE49-F238E27FC236}">
                <a16:creationId xmlns:a16="http://schemas.microsoft.com/office/drawing/2014/main" id="{3F97C6F9-17C2-9142-340B-05114B29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80"/>
            <a:ext cx="12192000" cy="686816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DB1ACA-23FD-8EC2-4220-C869F1F58B71}"/>
              </a:ext>
            </a:extLst>
          </p:cNvPr>
          <p:cNvSpPr/>
          <p:nvPr/>
        </p:nvSpPr>
        <p:spPr>
          <a:xfrm>
            <a:off x="0" y="0"/>
            <a:ext cx="12192000" cy="6868160"/>
          </a:xfrm>
          <a:prstGeom prst="rect">
            <a:avLst/>
          </a:prstGeom>
          <a:solidFill>
            <a:schemeClr val="bg2">
              <a:lumMod val="50000"/>
              <a:alpha val="38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9C7B7F4-F84A-3E76-D237-4BC99C1B5CD7}"/>
              </a:ext>
            </a:extLst>
          </p:cNvPr>
          <p:cNvSpPr/>
          <p:nvPr/>
        </p:nvSpPr>
        <p:spPr>
          <a:xfrm>
            <a:off x="10735734" y="152399"/>
            <a:ext cx="1260000" cy="54186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</a:rPr>
              <a:t>MENU</a:t>
            </a:r>
            <a:endParaRPr kumimoji="1" lang="ja-JP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12574A67-A8FC-A0CE-E9EC-4AFA1DF929CA}"/>
              </a:ext>
            </a:extLst>
          </p:cNvPr>
          <p:cNvSpPr/>
          <p:nvPr/>
        </p:nvSpPr>
        <p:spPr>
          <a:xfrm>
            <a:off x="812800" y="3911600"/>
            <a:ext cx="10566400" cy="2483273"/>
          </a:xfrm>
          <a:prstGeom prst="round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（あなた）</a:t>
            </a:r>
            <a:endParaRPr kumimoji="1" lang="en-US" altLang="ja-JP" dirty="0"/>
          </a:p>
          <a:p>
            <a:pPr algn="ctr"/>
            <a:endParaRPr lang="en-US" altLang="ja-JP" dirty="0"/>
          </a:p>
          <a:p>
            <a:pPr algn="ctr"/>
            <a:r>
              <a:rPr kumimoji="1" lang="ja-JP" altLang="en-US" dirty="0"/>
              <a:t>忘れ物を取りに来たら</a:t>
            </a:r>
            <a:r>
              <a:rPr kumimoji="1" lang="en-US" altLang="ja-JP" dirty="0"/>
              <a:t>…</a:t>
            </a:r>
            <a:r>
              <a:rPr kumimoji="1" lang="ja-JP" altLang="en-US" dirty="0"/>
              <a:t>（ストーリー描写）</a:t>
            </a:r>
            <a:endParaRPr kumimoji="1" lang="en-US" altLang="ja-JP" dirty="0"/>
          </a:p>
          <a:p>
            <a:pPr algn="ctr"/>
            <a:endParaRPr lang="en-US" altLang="ja-JP" dirty="0"/>
          </a:p>
          <a:p>
            <a:pPr algn="ctr"/>
            <a:endParaRPr kumimoji="1" lang="en-US" altLang="ja-JP" dirty="0"/>
          </a:p>
          <a:p>
            <a:pPr algn="ctr"/>
            <a:endParaRPr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10" name="二等辺三角形 9">
            <a:extLst>
              <a:ext uri="{FF2B5EF4-FFF2-40B4-BE49-F238E27FC236}">
                <a16:creationId xmlns:a16="http://schemas.microsoft.com/office/drawing/2014/main" id="{C2E8BEA1-4A30-D0A0-3E89-D0354E243DE1}"/>
              </a:ext>
            </a:extLst>
          </p:cNvPr>
          <p:cNvSpPr/>
          <p:nvPr/>
        </p:nvSpPr>
        <p:spPr>
          <a:xfrm rot="10800000">
            <a:off x="10735734" y="5864013"/>
            <a:ext cx="423333" cy="355600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57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夕方の教室のイラスト（背景素材）">
            <a:extLst>
              <a:ext uri="{FF2B5EF4-FFF2-40B4-BE49-F238E27FC236}">
                <a16:creationId xmlns:a16="http://schemas.microsoft.com/office/drawing/2014/main" id="{1B5EAC24-A24C-B0A1-6E37-1194455728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546" b="-9122"/>
          <a:stretch>
            <a:fillRect/>
          </a:stretch>
        </p:blipFill>
        <p:spPr>
          <a:xfrm>
            <a:off x="0" y="-1"/>
            <a:ext cx="12192000" cy="649562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BC8A6DD-420B-BC8C-7183-44CEB943EF2E}"/>
              </a:ext>
            </a:extLst>
          </p:cNvPr>
          <p:cNvSpPr/>
          <p:nvPr/>
        </p:nvSpPr>
        <p:spPr>
          <a:xfrm>
            <a:off x="0" y="5266267"/>
            <a:ext cx="12192000" cy="1591734"/>
          </a:xfrm>
          <a:prstGeom prst="rect">
            <a:avLst/>
          </a:prstGeom>
          <a:solidFill>
            <a:schemeClr val="bg2">
              <a:lumMod val="2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E28348D-2DA0-158B-A332-A621FE830EF7}"/>
              </a:ext>
            </a:extLst>
          </p:cNvPr>
          <p:cNvSpPr/>
          <p:nvPr/>
        </p:nvSpPr>
        <p:spPr>
          <a:xfrm>
            <a:off x="778933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54BC7A85-9B80-3DAA-9DC1-C4CECBF235A7}"/>
              </a:ext>
            </a:extLst>
          </p:cNvPr>
          <p:cNvSpPr/>
          <p:nvPr/>
        </p:nvSpPr>
        <p:spPr>
          <a:xfrm>
            <a:off x="5040742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CCFD838-4009-165C-6ABC-361522106663}"/>
              </a:ext>
            </a:extLst>
          </p:cNvPr>
          <p:cNvSpPr/>
          <p:nvPr/>
        </p:nvSpPr>
        <p:spPr>
          <a:xfrm>
            <a:off x="3620139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677CF699-E0A1-0986-AD8D-37C746629EAD}"/>
              </a:ext>
            </a:extLst>
          </p:cNvPr>
          <p:cNvSpPr/>
          <p:nvPr/>
        </p:nvSpPr>
        <p:spPr>
          <a:xfrm>
            <a:off x="2199536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D617AA52-E729-AF03-46B6-334BF94DDCA6}"/>
              </a:ext>
            </a:extLst>
          </p:cNvPr>
          <p:cNvSpPr/>
          <p:nvPr/>
        </p:nvSpPr>
        <p:spPr>
          <a:xfrm>
            <a:off x="6461345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063A1D14-B337-A24A-A19B-F5683C8CA550}"/>
              </a:ext>
            </a:extLst>
          </p:cNvPr>
          <p:cNvSpPr/>
          <p:nvPr/>
        </p:nvSpPr>
        <p:spPr>
          <a:xfrm>
            <a:off x="7881948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25F20818-A543-A7AB-DFE3-52CA9B853DCC}"/>
              </a:ext>
            </a:extLst>
          </p:cNvPr>
          <p:cNvSpPr/>
          <p:nvPr/>
        </p:nvSpPr>
        <p:spPr>
          <a:xfrm>
            <a:off x="9302551" y="5416814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A9519FA0-48DE-172E-2490-97DCDEF2B24F}"/>
              </a:ext>
            </a:extLst>
          </p:cNvPr>
          <p:cNvSpPr/>
          <p:nvPr/>
        </p:nvSpPr>
        <p:spPr>
          <a:xfrm>
            <a:off x="10735734" y="152399"/>
            <a:ext cx="1260000" cy="54186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</a:rPr>
              <a:t>MENU</a:t>
            </a:r>
            <a:endParaRPr kumimoji="1" lang="ja-JP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0717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F667F-3180-0758-C6AE-F4A88B39F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夕方の教室のイラスト（背景素材）">
            <a:extLst>
              <a:ext uri="{FF2B5EF4-FFF2-40B4-BE49-F238E27FC236}">
                <a16:creationId xmlns:a16="http://schemas.microsoft.com/office/drawing/2014/main" id="{F102050F-CE5D-7295-36DF-9AA7BD7352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546" b="-9122"/>
          <a:stretch>
            <a:fillRect/>
          </a:stretch>
        </p:blipFill>
        <p:spPr>
          <a:xfrm>
            <a:off x="0" y="-1"/>
            <a:ext cx="12192000" cy="6495627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4CC6718-9E41-BA86-921C-56F2F7EEB6FD}"/>
              </a:ext>
            </a:extLst>
          </p:cNvPr>
          <p:cNvSpPr/>
          <p:nvPr/>
        </p:nvSpPr>
        <p:spPr>
          <a:xfrm>
            <a:off x="0" y="0"/>
            <a:ext cx="12192000" cy="6868160"/>
          </a:xfrm>
          <a:prstGeom prst="rect">
            <a:avLst/>
          </a:prstGeom>
          <a:solidFill>
            <a:schemeClr val="bg2">
              <a:lumMod val="50000"/>
              <a:alpha val="61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F54CE93-B403-402B-51CB-14823407693C}"/>
              </a:ext>
            </a:extLst>
          </p:cNvPr>
          <p:cNvSpPr/>
          <p:nvPr/>
        </p:nvSpPr>
        <p:spPr>
          <a:xfrm>
            <a:off x="0" y="5266267"/>
            <a:ext cx="12192000" cy="1591734"/>
          </a:xfrm>
          <a:prstGeom prst="rect">
            <a:avLst/>
          </a:prstGeom>
          <a:solidFill>
            <a:schemeClr val="bg2">
              <a:lumMod val="2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4E99375-CA42-3FA9-DD66-979E785D83D4}"/>
              </a:ext>
            </a:extLst>
          </p:cNvPr>
          <p:cNvSpPr/>
          <p:nvPr/>
        </p:nvSpPr>
        <p:spPr>
          <a:xfrm>
            <a:off x="778933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CDD2B3FE-C112-FDB2-1CD8-FD3B297D5EBF}"/>
              </a:ext>
            </a:extLst>
          </p:cNvPr>
          <p:cNvSpPr/>
          <p:nvPr/>
        </p:nvSpPr>
        <p:spPr>
          <a:xfrm>
            <a:off x="5040742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40F2E042-2161-0AE1-D685-40B795E6553C}"/>
              </a:ext>
            </a:extLst>
          </p:cNvPr>
          <p:cNvSpPr/>
          <p:nvPr/>
        </p:nvSpPr>
        <p:spPr>
          <a:xfrm>
            <a:off x="3620139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B1085FC-A8DD-26CE-8AAB-5FDC8D907E99}"/>
              </a:ext>
            </a:extLst>
          </p:cNvPr>
          <p:cNvSpPr/>
          <p:nvPr/>
        </p:nvSpPr>
        <p:spPr>
          <a:xfrm>
            <a:off x="2199536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9DE698D-DC0D-334A-0B6C-B2145A6C7970}"/>
              </a:ext>
            </a:extLst>
          </p:cNvPr>
          <p:cNvSpPr/>
          <p:nvPr/>
        </p:nvSpPr>
        <p:spPr>
          <a:xfrm>
            <a:off x="6461345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D680BBC5-CB71-E8FE-7F90-AB285D08ED98}"/>
              </a:ext>
            </a:extLst>
          </p:cNvPr>
          <p:cNvSpPr/>
          <p:nvPr/>
        </p:nvSpPr>
        <p:spPr>
          <a:xfrm>
            <a:off x="7881948" y="5440680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4E41925A-FEA3-AE3A-287E-FF1E15C933E5}"/>
              </a:ext>
            </a:extLst>
          </p:cNvPr>
          <p:cNvSpPr/>
          <p:nvPr/>
        </p:nvSpPr>
        <p:spPr>
          <a:xfrm>
            <a:off x="9302551" y="5416814"/>
            <a:ext cx="1260000" cy="1260000"/>
          </a:xfrm>
          <a:prstGeom prst="round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A6BFD0D3-ABD5-A98D-0F6B-BF37114F8DCC}"/>
              </a:ext>
            </a:extLst>
          </p:cNvPr>
          <p:cNvSpPr/>
          <p:nvPr/>
        </p:nvSpPr>
        <p:spPr>
          <a:xfrm>
            <a:off x="10735734" y="152399"/>
            <a:ext cx="1260000" cy="54186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</a:rPr>
              <a:t>MENU</a:t>
            </a:r>
            <a:endParaRPr kumimoji="1" lang="ja-JP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6BCF0A4-9903-842F-9044-6024065FA251}"/>
              </a:ext>
            </a:extLst>
          </p:cNvPr>
          <p:cNvSpPr/>
          <p:nvPr/>
        </p:nvSpPr>
        <p:spPr>
          <a:xfrm>
            <a:off x="2136000" y="517358"/>
            <a:ext cx="7920000" cy="4543855"/>
          </a:xfrm>
          <a:prstGeom prst="round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0CC99FF-0EEE-91C3-19CC-EE6AF2A15C25}"/>
              </a:ext>
            </a:extLst>
          </p:cNvPr>
          <p:cNvSpPr txBox="1"/>
          <p:nvPr/>
        </p:nvSpPr>
        <p:spPr>
          <a:xfrm>
            <a:off x="5080337" y="436871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鍵を見つけた</a:t>
            </a:r>
          </a:p>
        </p:txBody>
      </p:sp>
      <p:pic>
        <p:nvPicPr>
          <p:cNvPr id="14" name="図 13" descr="鍵のイラスト | 商用OKの無料イラスト素材サイト ツカッテ">
            <a:extLst>
              <a:ext uri="{FF2B5EF4-FFF2-40B4-BE49-F238E27FC236}">
                <a16:creationId xmlns:a16="http://schemas.microsoft.com/office/drawing/2014/main" id="{253ABD7D-C8B4-5E45-6B64-28FA5D3A6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0139" y="644319"/>
            <a:ext cx="3657843" cy="3657843"/>
          </a:xfrm>
          <a:prstGeom prst="rect">
            <a:avLst/>
          </a:prstGeom>
        </p:spPr>
      </p:pic>
      <p:sp>
        <p:nvSpPr>
          <p:cNvPr id="10" name="十字形 9">
            <a:extLst>
              <a:ext uri="{FF2B5EF4-FFF2-40B4-BE49-F238E27FC236}">
                <a16:creationId xmlns:a16="http://schemas.microsoft.com/office/drawing/2014/main" id="{586977B6-9D04-589D-8AC9-566DD0188B8D}"/>
              </a:ext>
            </a:extLst>
          </p:cNvPr>
          <p:cNvSpPr/>
          <p:nvPr/>
        </p:nvSpPr>
        <p:spPr>
          <a:xfrm rot="2908476">
            <a:off x="9391884" y="782983"/>
            <a:ext cx="432000" cy="433137"/>
          </a:xfrm>
          <a:prstGeom prst="plu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2626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36CF2-F429-9096-DFEF-9767AB21F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学校の廊下のイラスト（背景素材）">
            <a:extLst>
              <a:ext uri="{FF2B5EF4-FFF2-40B4-BE49-F238E27FC236}">
                <a16:creationId xmlns:a16="http://schemas.microsoft.com/office/drawing/2014/main" id="{3E8E83A5-FACB-77B2-C53C-EF8C26F32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80"/>
            <a:ext cx="12192000" cy="686816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5A1512E-0DE9-4E92-524E-EA72A86C6367}"/>
              </a:ext>
            </a:extLst>
          </p:cNvPr>
          <p:cNvSpPr/>
          <p:nvPr/>
        </p:nvSpPr>
        <p:spPr>
          <a:xfrm>
            <a:off x="0" y="0"/>
            <a:ext cx="12192000" cy="6868160"/>
          </a:xfrm>
          <a:prstGeom prst="rect">
            <a:avLst/>
          </a:prstGeom>
          <a:solidFill>
            <a:schemeClr val="bg2">
              <a:lumMod val="50000"/>
              <a:alpha val="38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E99B207-0709-96F6-5842-8D4AD9983BF1}"/>
              </a:ext>
            </a:extLst>
          </p:cNvPr>
          <p:cNvSpPr/>
          <p:nvPr/>
        </p:nvSpPr>
        <p:spPr>
          <a:xfrm>
            <a:off x="10735734" y="152399"/>
            <a:ext cx="1260000" cy="54186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</a:rPr>
              <a:t>MENU</a:t>
            </a:r>
            <a:endParaRPr kumimoji="1" lang="ja-JP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B53093D0-049A-502E-A25E-E41671DE16F9}"/>
              </a:ext>
            </a:extLst>
          </p:cNvPr>
          <p:cNvSpPr/>
          <p:nvPr/>
        </p:nvSpPr>
        <p:spPr>
          <a:xfrm>
            <a:off x="812800" y="3911600"/>
            <a:ext cx="10566400" cy="2483273"/>
          </a:xfrm>
          <a:prstGeom prst="round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鍵が開いた！</a:t>
            </a:r>
            <a:endParaRPr lang="en-US" altLang="ja-JP" dirty="0"/>
          </a:p>
          <a:p>
            <a:pPr algn="ctr"/>
            <a:r>
              <a:rPr lang="ja-JP" altLang="en-US" dirty="0"/>
              <a:t>新しい場所に行けるようになった。</a:t>
            </a:r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10" name="二等辺三角形 9">
            <a:extLst>
              <a:ext uri="{FF2B5EF4-FFF2-40B4-BE49-F238E27FC236}">
                <a16:creationId xmlns:a16="http://schemas.microsoft.com/office/drawing/2014/main" id="{5B0FE10C-A5EA-A942-BAC2-B391CE02E8E8}"/>
              </a:ext>
            </a:extLst>
          </p:cNvPr>
          <p:cNvSpPr/>
          <p:nvPr/>
        </p:nvSpPr>
        <p:spPr>
          <a:xfrm rot="10800000">
            <a:off x="10735734" y="5864013"/>
            <a:ext cx="423333" cy="355600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326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非常口のイラスト">
            <a:extLst>
              <a:ext uri="{FF2B5EF4-FFF2-40B4-BE49-F238E27FC236}">
                <a16:creationId xmlns:a16="http://schemas.microsoft.com/office/drawing/2014/main" id="{10763E15-3192-577E-6663-F36293114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912" y="152399"/>
            <a:ext cx="3855244" cy="4548961"/>
          </a:xfrm>
          <a:prstGeom prst="rect">
            <a:avLst/>
          </a:prstGeom>
        </p:spPr>
      </p:pic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27F4013E-3F8D-EEA1-ADA8-7F8A51B3CA2F}"/>
              </a:ext>
            </a:extLst>
          </p:cNvPr>
          <p:cNvGrpSpPr/>
          <p:nvPr/>
        </p:nvGrpSpPr>
        <p:grpSpPr>
          <a:xfrm>
            <a:off x="0" y="5266267"/>
            <a:ext cx="12192000" cy="1591734"/>
            <a:chOff x="0" y="5266267"/>
            <a:chExt cx="12192000" cy="1591734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CCE2462-B232-21DA-7D27-1A628A06E965}"/>
                </a:ext>
              </a:extLst>
            </p:cNvPr>
            <p:cNvSpPr/>
            <p:nvPr/>
          </p:nvSpPr>
          <p:spPr>
            <a:xfrm>
              <a:off x="0" y="5266267"/>
              <a:ext cx="12192000" cy="1591734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844A7506-CCC6-1634-5081-D4FC426FE2BA}"/>
                </a:ext>
              </a:extLst>
            </p:cNvPr>
            <p:cNvSpPr/>
            <p:nvPr/>
          </p:nvSpPr>
          <p:spPr>
            <a:xfrm>
              <a:off x="778933" y="5440680"/>
              <a:ext cx="1260000" cy="1260000"/>
            </a:xfrm>
            <a:prstGeom prst="roundRect">
              <a:avLst/>
            </a:prstGeom>
            <a:noFill/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EBD6EF22-2325-8F78-0827-CCA9BE9099D3}"/>
                </a:ext>
              </a:extLst>
            </p:cNvPr>
            <p:cNvSpPr/>
            <p:nvPr/>
          </p:nvSpPr>
          <p:spPr>
            <a:xfrm>
              <a:off x="5040742" y="5440680"/>
              <a:ext cx="1260000" cy="1260000"/>
            </a:xfrm>
            <a:prstGeom prst="roundRect">
              <a:avLst/>
            </a:prstGeom>
            <a:noFill/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98392F32-F1B3-9E7B-B731-B00E0961EA76}"/>
                </a:ext>
              </a:extLst>
            </p:cNvPr>
            <p:cNvSpPr/>
            <p:nvPr/>
          </p:nvSpPr>
          <p:spPr>
            <a:xfrm>
              <a:off x="3620139" y="5440680"/>
              <a:ext cx="1260000" cy="1260000"/>
            </a:xfrm>
            <a:prstGeom prst="roundRect">
              <a:avLst/>
            </a:prstGeom>
            <a:noFill/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四角形: 角を丸くする 11">
              <a:extLst>
                <a:ext uri="{FF2B5EF4-FFF2-40B4-BE49-F238E27FC236}">
                  <a16:creationId xmlns:a16="http://schemas.microsoft.com/office/drawing/2014/main" id="{13101A6F-58A1-D77E-7780-D080239BA401}"/>
                </a:ext>
              </a:extLst>
            </p:cNvPr>
            <p:cNvSpPr/>
            <p:nvPr/>
          </p:nvSpPr>
          <p:spPr>
            <a:xfrm>
              <a:off x="2199536" y="5440680"/>
              <a:ext cx="1260000" cy="1260000"/>
            </a:xfrm>
            <a:prstGeom prst="roundRect">
              <a:avLst/>
            </a:prstGeom>
            <a:noFill/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四角形: 角を丸くする 13">
              <a:extLst>
                <a:ext uri="{FF2B5EF4-FFF2-40B4-BE49-F238E27FC236}">
                  <a16:creationId xmlns:a16="http://schemas.microsoft.com/office/drawing/2014/main" id="{8E769BFB-C4C0-5133-E6EA-1522B89C4D92}"/>
                </a:ext>
              </a:extLst>
            </p:cNvPr>
            <p:cNvSpPr/>
            <p:nvPr/>
          </p:nvSpPr>
          <p:spPr>
            <a:xfrm>
              <a:off x="6461345" y="5440680"/>
              <a:ext cx="1260000" cy="1260000"/>
            </a:xfrm>
            <a:prstGeom prst="roundRect">
              <a:avLst/>
            </a:prstGeom>
            <a:noFill/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054CEFA9-AA35-F45A-8E80-492C834AD48B}"/>
                </a:ext>
              </a:extLst>
            </p:cNvPr>
            <p:cNvSpPr/>
            <p:nvPr/>
          </p:nvSpPr>
          <p:spPr>
            <a:xfrm>
              <a:off x="7881948" y="5440680"/>
              <a:ext cx="1260000" cy="1260000"/>
            </a:xfrm>
            <a:prstGeom prst="roundRect">
              <a:avLst/>
            </a:prstGeom>
            <a:noFill/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四角形: 角を丸くする 17">
              <a:extLst>
                <a:ext uri="{FF2B5EF4-FFF2-40B4-BE49-F238E27FC236}">
                  <a16:creationId xmlns:a16="http://schemas.microsoft.com/office/drawing/2014/main" id="{3F58BAAD-A6FA-C108-C5AE-35F4D6AEAE57}"/>
                </a:ext>
              </a:extLst>
            </p:cNvPr>
            <p:cNvSpPr/>
            <p:nvPr/>
          </p:nvSpPr>
          <p:spPr>
            <a:xfrm>
              <a:off x="9302551" y="5416814"/>
              <a:ext cx="1260000" cy="1260000"/>
            </a:xfrm>
            <a:prstGeom prst="roundRect">
              <a:avLst/>
            </a:prstGeom>
            <a:noFill/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EED563EF-24B1-CBD6-643A-26D51FB60CF8}"/>
              </a:ext>
            </a:extLst>
          </p:cNvPr>
          <p:cNvSpPr/>
          <p:nvPr/>
        </p:nvSpPr>
        <p:spPr>
          <a:xfrm>
            <a:off x="10735734" y="152399"/>
            <a:ext cx="1260000" cy="54186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</a:rPr>
              <a:t>MENU</a:t>
            </a:r>
            <a:endParaRPr kumimoji="1" lang="ja-JP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38B17EEC-B5DF-03E1-1D0E-B0BF57084346}"/>
              </a:ext>
            </a:extLst>
          </p:cNvPr>
          <p:cNvGrpSpPr/>
          <p:nvPr/>
        </p:nvGrpSpPr>
        <p:grpSpPr>
          <a:xfrm>
            <a:off x="799334" y="3744807"/>
            <a:ext cx="10566400" cy="1434253"/>
            <a:chOff x="812800" y="3911600"/>
            <a:chExt cx="10566400" cy="2483273"/>
          </a:xfrm>
        </p:grpSpPr>
        <p:sp>
          <p:nvSpPr>
            <p:cNvPr id="23" name="四角形: 角を丸くする 22">
              <a:extLst>
                <a:ext uri="{FF2B5EF4-FFF2-40B4-BE49-F238E27FC236}">
                  <a16:creationId xmlns:a16="http://schemas.microsoft.com/office/drawing/2014/main" id="{757C8E9A-6BFA-970A-ACA4-6A53CBDC50D8}"/>
                </a:ext>
              </a:extLst>
            </p:cNvPr>
            <p:cNvSpPr/>
            <p:nvPr/>
          </p:nvSpPr>
          <p:spPr>
            <a:xfrm>
              <a:off x="812800" y="3911600"/>
              <a:ext cx="10566400" cy="2483273"/>
            </a:xfrm>
            <a:prstGeom prst="roundRect">
              <a:avLst/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出口だ！</a:t>
              </a:r>
              <a:endParaRPr lang="en-US" altLang="ja-JP" dirty="0"/>
            </a:p>
            <a:p>
              <a:pPr algn="ctr"/>
              <a:r>
                <a:rPr lang="ja-JP" altLang="en-US" dirty="0"/>
                <a:t>開けてみよう。</a:t>
              </a:r>
              <a:endParaRPr lang="en-US" altLang="ja-JP" dirty="0"/>
            </a:p>
            <a:p>
              <a:pPr algn="ctr"/>
              <a:endParaRPr kumimoji="1" lang="ja-JP" altLang="en-US" dirty="0"/>
            </a:p>
          </p:txBody>
        </p:sp>
        <p:sp>
          <p:nvSpPr>
            <p:cNvPr id="25" name="二等辺三角形 24">
              <a:extLst>
                <a:ext uri="{FF2B5EF4-FFF2-40B4-BE49-F238E27FC236}">
                  <a16:creationId xmlns:a16="http://schemas.microsoft.com/office/drawing/2014/main" id="{C2B8AFB9-4A8A-F09A-DDE8-C4126C0C6CFC}"/>
                </a:ext>
              </a:extLst>
            </p:cNvPr>
            <p:cNvSpPr/>
            <p:nvPr/>
          </p:nvSpPr>
          <p:spPr>
            <a:xfrm rot="10800000">
              <a:off x="10735734" y="5864013"/>
              <a:ext cx="423333" cy="355600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987878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夕方の校舎のイラスト（背景素材）">
            <a:extLst>
              <a:ext uri="{FF2B5EF4-FFF2-40B4-BE49-F238E27FC236}">
                <a16:creationId xmlns:a16="http://schemas.microsoft.com/office/drawing/2014/main" id="{92CB2D76-4C79-8E8A-017E-A0D64B057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3964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356B7E52-1BD0-DFDF-AD49-F48097D6EF0D}"/>
              </a:ext>
            </a:extLst>
          </p:cNvPr>
          <p:cNvSpPr/>
          <p:nvPr/>
        </p:nvSpPr>
        <p:spPr>
          <a:xfrm>
            <a:off x="10735734" y="152399"/>
            <a:ext cx="1260000" cy="54186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</a:rPr>
              <a:t>MENU</a:t>
            </a:r>
            <a:endParaRPr kumimoji="1" lang="ja-JP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A4F4D6-02B0-4754-177D-4428376EEA3A}"/>
              </a:ext>
            </a:extLst>
          </p:cNvPr>
          <p:cNvSpPr txBox="1"/>
          <p:nvPr/>
        </p:nvSpPr>
        <p:spPr>
          <a:xfrm>
            <a:off x="3173364" y="1574800"/>
            <a:ext cx="582723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脱出成功！</a:t>
            </a:r>
            <a:endParaRPr kumimoji="1" lang="en-US" altLang="ja-JP" sz="8800" b="1" dirty="0">
              <a:ln w="9525">
                <a:solidFill>
                  <a:schemeClr val="bg1"/>
                </a:solidFill>
                <a:prstDash val="solid"/>
              </a:ln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F6576A2-D832-3D8A-B5E7-D5B15B73BB79}"/>
              </a:ext>
            </a:extLst>
          </p:cNvPr>
          <p:cNvSpPr txBox="1"/>
          <p:nvPr/>
        </p:nvSpPr>
        <p:spPr>
          <a:xfrm>
            <a:off x="1899979" y="3010742"/>
            <a:ext cx="83920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無事に学校から出ることができた。</a:t>
            </a:r>
            <a:endParaRPr kumimoji="1" lang="en-US" altLang="ja-JP" sz="4000" b="1" dirty="0">
              <a:ln w="9525">
                <a:solidFill>
                  <a:schemeClr val="bg1"/>
                </a:solidFill>
                <a:prstDash val="solid"/>
              </a:ln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74AB331-B339-692B-62BD-303AD11C3F36}"/>
              </a:ext>
            </a:extLst>
          </p:cNvPr>
          <p:cNvSpPr/>
          <p:nvPr/>
        </p:nvSpPr>
        <p:spPr>
          <a:xfrm>
            <a:off x="5012267" y="4588933"/>
            <a:ext cx="2133600" cy="54186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accent5">
                    <a:lumMod val="50000"/>
                  </a:schemeClr>
                </a:solidFill>
              </a:rPr>
              <a:t>タイトルへ戻る</a:t>
            </a:r>
          </a:p>
        </p:txBody>
      </p:sp>
    </p:spTree>
    <p:extLst>
      <p:ext uri="{BB962C8B-B14F-4D97-AF65-F5344CB8AC3E}">
        <p14:creationId xmlns:p14="http://schemas.microsoft.com/office/powerpoint/2010/main" val="181580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134</Words>
  <Application>Microsoft Office PowerPoint</Application>
  <PresentationFormat>ワイド画面</PresentationFormat>
  <Paragraphs>42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BIZ UDゴシック</vt:lpstr>
      <vt:lpstr>游ゴシック</vt:lpstr>
      <vt:lpstr>游ゴシック Light</vt:lpstr>
      <vt:lpstr>Arial</vt:lpstr>
      <vt:lpstr>Office テーマ</vt:lpstr>
      <vt:lpstr>脱出ゲーム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TAKEDA Chie</dc:creator>
  <cp:lastModifiedBy>TAKEDA Chie</cp:lastModifiedBy>
  <cp:revision>1</cp:revision>
  <dcterms:created xsi:type="dcterms:W3CDTF">2026-07-01T02:04:02Z</dcterms:created>
  <dcterms:modified xsi:type="dcterms:W3CDTF">2026-07-07T16:32:02Z</dcterms:modified>
</cp:coreProperties>
</file>