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KEDA Chie" userId="62d82b1b-7dd4-4e5f-86aa-3c4b1adc8940" providerId="ADAL" clId="{1906D364-0AED-47D5-A56B-CF4EA5C53AA8}"/>
    <pc:docChg chg="undo custSel addSld delSld modSld">
      <pc:chgData name="TAKEDA Chie" userId="62d82b1b-7dd4-4e5f-86aa-3c4b1adc8940" providerId="ADAL" clId="{1906D364-0AED-47D5-A56B-CF4EA5C53AA8}" dt="2026-07-01T02:29:17.810" v="82" actId="14100"/>
      <pc:docMkLst>
        <pc:docMk/>
      </pc:docMkLst>
      <pc:sldChg chg="del">
        <pc:chgData name="TAKEDA Chie" userId="62d82b1b-7dd4-4e5f-86aa-3c4b1adc8940" providerId="ADAL" clId="{1906D364-0AED-47D5-A56B-CF4EA5C53AA8}" dt="2026-07-01T02:27:57.465" v="77" actId="2696"/>
        <pc:sldMkLst>
          <pc:docMk/>
          <pc:sldMk cId="3141280520" sldId="256"/>
        </pc:sldMkLst>
      </pc:sldChg>
      <pc:sldChg chg="addSp delSp modSp mod">
        <pc:chgData name="TAKEDA Chie" userId="62d82b1b-7dd4-4e5f-86aa-3c4b1adc8940" providerId="ADAL" clId="{1906D364-0AED-47D5-A56B-CF4EA5C53AA8}" dt="2026-07-01T02:26:42.376" v="76" actId="1076"/>
        <pc:sldMkLst>
          <pc:docMk/>
          <pc:sldMk cId="2154691743" sldId="257"/>
        </pc:sldMkLst>
        <pc:spChg chg="add del">
          <ac:chgData name="TAKEDA Chie" userId="62d82b1b-7dd4-4e5f-86aa-3c4b1adc8940" providerId="ADAL" clId="{1906D364-0AED-47D5-A56B-CF4EA5C53AA8}" dt="2026-07-01T02:12:42.398" v="1" actId="11529"/>
          <ac:spMkLst>
            <pc:docMk/>
            <pc:sldMk cId="2154691743" sldId="257"/>
            <ac:spMk id="2" creationId="{01531BD9-FF79-FBBF-6F01-FBEE877FDFBC}"/>
          </ac:spMkLst>
        </pc:spChg>
        <pc:spChg chg="add mod ord">
          <ac:chgData name="TAKEDA Chie" userId="62d82b1b-7dd4-4e5f-86aa-3c4b1adc8940" providerId="ADAL" clId="{1906D364-0AED-47D5-A56B-CF4EA5C53AA8}" dt="2026-07-01T02:14:06.867" v="10" actId="207"/>
          <ac:spMkLst>
            <pc:docMk/>
            <pc:sldMk cId="2154691743" sldId="257"/>
            <ac:spMk id="4" creationId="{E3F60D42-A101-1049-3D0C-AF96D95A7707}"/>
          </ac:spMkLst>
        </pc:spChg>
        <pc:spChg chg="add mod">
          <ac:chgData name="TAKEDA Chie" userId="62d82b1b-7dd4-4e5f-86aa-3c4b1adc8940" providerId="ADAL" clId="{1906D364-0AED-47D5-A56B-CF4EA5C53AA8}" dt="2026-07-01T02:15:04.349" v="46" actId="2085"/>
          <ac:spMkLst>
            <pc:docMk/>
            <pc:sldMk cId="2154691743" sldId="257"/>
            <ac:spMk id="5" creationId="{7C399934-14C5-449A-A4E2-1A35815FB476}"/>
          </ac:spMkLst>
        </pc:spChg>
        <pc:spChg chg="add mod">
          <ac:chgData name="TAKEDA Chie" userId="62d82b1b-7dd4-4e5f-86aa-3c4b1adc8940" providerId="ADAL" clId="{1906D364-0AED-47D5-A56B-CF4EA5C53AA8}" dt="2026-07-01T02:15:31.309" v="57" actId="1076"/>
          <ac:spMkLst>
            <pc:docMk/>
            <pc:sldMk cId="2154691743" sldId="257"/>
            <ac:spMk id="7" creationId="{F96D39DC-B2D6-3E24-9937-AD1403325BBE}"/>
          </ac:spMkLst>
        </pc:spChg>
        <pc:spChg chg="add mod">
          <ac:chgData name="TAKEDA Chie" userId="62d82b1b-7dd4-4e5f-86aa-3c4b1adc8940" providerId="ADAL" clId="{1906D364-0AED-47D5-A56B-CF4EA5C53AA8}" dt="2026-07-01T02:15:34.026" v="58" actId="1076"/>
          <ac:spMkLst>
            <pc:docMk/>
            <pc:sldMk cId="2154691743" sldId="257"/>
            <ac:spMk id="9" creationId="{6F80BA53-1DA4-A7E9-A5B5-331D40AE8F55}"/>
          </ac:spMkLst>
        </pc:spChg>
        <pc:spChg chg="add mod">
          <ac:chgData name="TAKEDA Chie" userId="62d82b1b-7dd4-4e5f-86aa-3c4b1adc8940" providerId="ADAL" clId="{1906D364-0AED-47D5-A56B-CF4EA5C53AA8}" dt="2026-07-01T02:15:36.198" v="59" actId="1076"/>
          <ac:spMkLst>
            <pc:docMk/>
            <pc:sldMk cId="2154691743" sldId="257"/>
            <ac:spMk id="11" creationId="{8F47E81C-9C56-7529-257B-BD27AADE1BA6}"/>
          </ac:spMkLst>
        </pc:spChg>
        <pc:spChg chg="add mod">
          <ac:chgData name="TAKEDA Chie" userId="62d82b1b-7dd4-4e5f-86aa-3c4b1adc8940" providerId="ADAL" clId="{1906D364-0AED-47D5-A56B-CF4EA5C53AA8}" dt="2026-07-01T02:15:39.401" v="60" actId="1076"/>
          <ac:spMkLst>
            <pc:docMk/>
            <pc:sldMk cId="2154691743" sldId="257"/>
            <ac:spMk id="13" creationId="{83297305-508E-3692-25F7-88EF989F6B8B}"/>
          </ac:spMkLst>
        </pc:spChg>
        <pc:picChg chg="add mod ord">
          <ac:chgData name="TAKEDA Chie" userId="62d82b1b-7dd4-4e5f-86aa-3c4b1adc8940" providerId="ADAL" clId="{1906D364-0AED-47D5-A56B-CF4EA5C53AA8}" dt="2026-07-01T02:15:13.829" v="49" actId="1076"/>
          <ac:picMkLst>
            <pc:docMk/>
            <pc:sldMk cId="2154691743" sldId="257"/>
            <ac:picMk id="3" creationId="{3EE53A6C-290A-AB1F-0763-90EC9B69CE18}"/>
          </ac:picMkLst>
        </pc:picChg>
        <pc:picChg chg="add mod">
          <ac:chgData name="TAKEDA Chie" userId="62d82b1b-7dd4-4e5f-86aa-3c4b1adc8940" providerId="ADAL" clId="{1906D364-0AED-47D5-A56B-CF4EA5C53AA8}" dt="2026-07-01T02:26:42.376" v="76" actId="1076"/>
          <ac:picMkLst>
            <pc:docMk/>
            <pc:sldMk cId="2154691743" sldId="257"/>
            <ac:picMk id="14" creationId="{D5679E1C-48EC-127D-1533-4DD3207D4160}"/>
          </ac:picMkLst>
        </pc:picChg>
        <pc:picChg chg="add mod">
          <ac:chgData name="TAKEDA Chie" userId="62d82b1b-7dd4-4e5f-86aa-3c4b1adc8940" providerId="ADAL" clId="{1906D364-0AED-47D5-A56B-CF4EA5C53AA8}" dt="2026-07-01T02:26:14.608" v="73" actId="1076"/>
          <ac:picMkLst>
            <pc:docMk/>
            <pc:sldMk cId="2154691743" sldId="257"/>
            <ac:picMk id="15" creationId="{58E739D7-D009-B01E-EF96-8A947A564F33}"/>
          </ac:picMkLst>
        </pc:picChg>
        <pc:picChg chg="add mod ord">
          <ac:chgData name="TAKEDA Chie" userId="62d82b1b-7dd4-4e5f-86aa-3c4b1adc8940" providerId="ADAL" clId="{1906D364-0AED-47D5-A56B-CF4EA5C53AA8}" dt="2026-07-01T02:26:26.543" v="75" actId="1076"/>
          <ac:picMkLst>
            <pc:docMk/>
            <pc:sldMk cId="2154691743" sldId="257"/>
            <ac:picMk id="16" creationId="{AC02DA21-F16E-5579-8A6E-8771B9E2D1E8}"/>
          </ac:picMkLst>
        </pc:picChg>
      </pc:sldChg>
      <pc:sldChg chg="addSp modSp new mod">
        <pc:chgData name="TAKEDA Chie" userId="62d82b1b-7dd4-4e5f-86aa-3c4b1adc8940" providerId="ADAL" clId="{1906D364-0AED-47D5-A56B-CF4EA5C53AA8}" dt="2026-07-01T02:29:17.810" v="82" actId="14100"/>
        <pc:sldMkLst>
          <pc:docMk/>
          <pc:sldMk cId="3945511140" sldId="258"/>
        </pc:sldMkLst>
        <pc:picChg chg="add mod">
          <ac:chgData name="TAKEDA Chie" userId="62d82b1b-7dd4-4e5f-86aa-3c4b1adc8940" providerId="ADAL" clId="{1906D364-0AED-47D5-A56B-CF4EA5C53AA8}" dt="2026-07-01T02:29:17.810" v="82" actId="14100"/>
          <ac:picMkLst>
            <pc:docMk/>
            <pc:sldMk cId="3945511140" sldId="258"/>
            <ac:picMk id="2" creationId="{53F2A7FA-A166-71F1-0298-81CE586F95D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CCB901-406D-F2D1-5FF3-E27AF4CBC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3E3C11A-793B-DFB8-F194-76F4FF8C8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6559D5-13F8-2041-3F80-A5D63FE28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3AF42-1304-4682-9E6C-1AE15CC67DE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705751-7B77-CBD2-E425-FF622E6DD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A4061A-94D9-3405-2D11-ADD355F20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F35A-2FDE-4DCD-B94E-42A169D94D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4661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B64333-D417-EF97-2621-614B081AD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7FD65A3-C42A-B297-6D66-1EA8D3312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6ED750-54BE-1833-393F-1D98BD6E2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3AF42-1304-4682-9E6C-1AE15CC67DE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7438D2-35E0-B3E1-2A25-FDEB7AD65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EB21FD-F990-501D-8016-5733C8F68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F35A-2FDE-4DCD-B94E-42A169D94D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0324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1BCA69-3884-EFF7-9F62-87CB9517D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D4A817E-D33B-12B0-DCAC-587D6AFC9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1BBF2E-3B8B-58D9-4210-7E6ADE56B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3AF42-1304-4682-9E6C-1AE15CC67DE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3C271B-BD09-A8C2-0FB4-F8969B113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44D22E-064F-1830-CDAC-9179AC5D2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F35A-2FDE-4DCD-B94E-42A169D94D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4460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6FCE01-0761-3E98-3FCD-3AEB3D6BC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C27BD6C-005E-04DA-C4B7-4C8C9C32D7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ADBBE3E-2862-3551-3A2E-E7721348B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2FACD50-DBDC-80A4-4329-E74E82BFF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3AF42-1304-4682-9E6C-1AE15CC67DE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E3AC21-F75C-AF44-1C08-2E6C64FFA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83733D-EE1C-B90A-8CFA-FBF044310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F35A-2FDE-4DCD-B94E-42A169D94D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029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442EC2-AC69-3A8E-25B2-11DEB75DA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3695AC-F91C-AD8F-5FA3-94453866B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C509C02-34CC-41B9-A4A3-386AB9E6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A4CF4E0-0E63-C81B-DA5E-7A2E90216F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8695377-D981-8D41-7B52-FF04346D94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4CF931D-1FE2-DADE-ADF5-7C79D1AB4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3AF42-1304-4682-9E6C-1AE15CC67DE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CD57E16-081E-142A-B072-C5B72FF85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9718258-A703-6294-6C9E-5EB954398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F35A-2FDE-4DCD-B94E-42A169D94D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5280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A0674D-3475-CDA0-4B1F-B27F23FDB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E550A16-3149-00AF-2603-6F7DC7316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3AF42-1304-4682-9E6C-1AE15CC67DE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1B90D36-191C-7379-5292-0019B5BC7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3A606FD-1A17-1136-754D-4B8AD3D25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F35A-2FDE-4DCD-B94E-42A169D94D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2330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ED1950F-0C40-3AEE-0FDE-D681E88AA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3AF42-1304-4682-9E6C-1AE15CC67DE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FF522DF-2015-376B-2BE6-253DBC73A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8D2902-43A2-28A7-3945-1714B797B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F35A-2FDE-4DCD-B94E-42A169D94D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7596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73088E-F1F9-56DB-A4E6-F8C9910A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691D37-00D0-AA57-65C6-1A4759267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4EB7D75-CB3C-87EA-8043-841D7925A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0FECE8-00E3-7111-ABFD-92BA4BE24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3AF42-1304-4682-9E6C-1AE15CC67DE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EBDE74C-562B-A7A6-2527-CA6878C43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CE5F36-BC4E-BBB3-5EA0-35A21DFE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F35A-2FDE-4DCD-B94E-42A169D94D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6053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3C6F6D-4CA4-DEAC-F552-B9E4D6CB0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A31AD73-D53E-3567-FC21-8143418071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2EF1A85-B84A-E0DF-3649-A4FAD3C29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F1613D3-C7F1-8E25-4B8F-A7FBB5DE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3AF42-1304-4682-9E6C-1AE15CC67DE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2BF7FF-3AD6-FD6F-EBA3-CBA628FC6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4C82940-CBBA-11AA-722E-12600383E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F35A-2FDE-4DCD-B94E-42A169D94D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6886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E6C433-2859-83B4-D9D9-7AB73CEB0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B29CADE-CD42-9AE3-457A-B28651EF6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C822AAE-2115-A273-1031-2D2A602FE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3AF42-1304-4682-9E6C-1AE15CC67DE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0AFC56-B73C-6CD8-3405-568CA25C7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CAF505D-212B-5C25-0F02-A458F4F56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F35A-2FDE-4DCD-B94E-42A169D94D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018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755DF35-B882-C69C-7B03-60CF608976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6E08A44-BB7F-2C40-17F3-2E86B7C45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F3B01B-43D8-297D-E315-5116D13EC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3AF42-1304-4682-9E6C-1AE15CC67DE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2E7870-7A1D-2BED-3DCE-1D8A5AE57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16BE1A-A974-D74A-9CBB-D1E7327AE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9F35A-2FDE-4DCD-B94E-42A169D94D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2218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3E13128-49B1-FA21-2E7D-0314E425D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D5DB6E-3E34-26B0-4557-C9537B5A9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97BEBD9-F480-9F72-E99D-4C74B6F724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C3AF42-1304-4682-9E6C-1AE15CC67DE6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0FB95D-955C-1610-619F-BFD61AF543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0F8335-76BE-E639-AA24-4D9AC0786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89F35A-2FDE-4DCD-B94E-42A169D94D2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6526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図 15" descr="グレーのロッカーのイラスト（セット）">
            <a:extLst>
              <a:ext uri="{FF2B5EF4-FFF2-40B4-BE49-F238E27FC236}">
                <a16:creationId xmlns:a16="http://schemas.microsoft.com/office/drawing/2014/main" id="{AC02DA21-F16E-5579-8A6E-8771B9E2D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6092" y="-33338"/>
            <a:ext cx="4286250" cy="2709862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E3F60D42-A101-1049-3D0C-AF96D95A7707}"/>
              </a:ext>
            </a:extLst>
          </p:cNvPr>
          <p:cNvSpPr/>
          <p:nvPr/>
        </p:nvSpPr>
        <p:spPr>
          <a:xfrm>
            <a:off x="0" y="5417820"/>
            <a:ext cx="12192000" cy="144018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C399934-14C5-449A-A4E2-1A35815FB476}"/>
              </a:ext>
            </a:extLst>
          </p:cNvPr>
          <p:cNvSpPr/>
          <p:nvPr/>
        </p:nvSpPr>
        <p:spPr>
          <a:xfrm>
            <a:off x="1840230" y="5507910"/>
            <a:ext cx="1260000" cy="12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プラスドライバーのイラスト">
            <a:extLst>
              <a:ext uri="{FF2B5EF4-FFF2-40B4-BE49-F238E27FC236}">
                <a16:creationId xmlns:a16="http://schemas.microsoft.com/office/drawing/2014/main" id="{3EE53A6C-290A-AB1F-0763-90EC9B69C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3502" y="5636129"/>
            <a:ext cx="973455" cy="100356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96D39DC-B2D6-3E24-9937-AD1403325BBE}"/>
              </a:ext>
            </a:extLst>
          </p:cNvPr>
          <p:cNvSpPr/>
          <p:nvPr/>
        </p:nvSpPr>
        <p:spPr>
          <a:xfrm>
            <a:off x="3243502" y="5485261"/>
            <a:ext cx="1260000" cy="12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F80BA53-1DA4-A7E9-A5B5-331D40AE8F55}"/>
              </a:ext>
            </a:extLst>
          </p:cNvPr>
          <p:cNvSpPr/>
          <p:nvPr/>
        </p:nvSpPr>
        <p:spPr>
          <a:xfrm>
            <a:off x="4706384" y="5507910"/>
            <a:ext cx="1260000" cy="12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F47E81C-9C56-7529-257B-BD27AADE1BA6}"/>
              </a:ext>
            </a:extLst>
          </p:cNvPr>
          <p:cNvSpPr/>
          <p:nvPr/>
        </p:nvSpPr>
        <p:spPr>
          <a:xfrm>
            <a:off x="6158388" y="5507910"/>
            <a:ext cx="1260000" cy="12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3297305-508E-3692-25F7-88EF989F6B8B}"/>
              </a:ext>
            </a:extLst>
          </p:cNvPr>
          <p:cNvSpPr/>
          <p:nvPr/>
        </p:nvSpPr>
        <p:spPr>
          <a:xfrm>
            <a:off x="7610392" y="5507910"/>
            <a:ext cx="1260000" cy="12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机の上に置かれた本のイラスト">
            <a:extLst>
              <a:ext uri="{FF2B5EF4-FFF2-40B4-BE49-F238E27FC236}">
                <a16:creationId xmlns:a16="http://schemas.microsoft.com/office/drawing/2014/main" id="{D5679E1C-48EC-127D-1533-4DD3207D4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675" y="2438123"/>
            <a:ext cx="2916555" cy="2916555"/>
          </a:xfrm>
          <a:prstGeom prst="rect">
            <a:avLst/>
          </a:prstGeom>
        </p:spPr>
      </p:pic>
      <p:pic>
        <p:nvPicPr>
          <p:cNvPr id="15" name="図 14" descr="グレーのロッカーのイラスト（セット）（開いた状態）">
            <a:extLst>
              <a:ext uri="{FF2B5EF4-FFF2-40B4-BE49-F238E27FC236}">
                <a16:creationId xmlns:a16="http://schemas.microsoft.com/office/drawing/2014/main" id="{58E739D7-D009-B01E-EF96-8A947A564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7892" y="-1"/>
            <a:ext cx="47625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691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学校の教壇のイラスト（背景素材）">
            <a:extLst>
              <a:ext uri="{FF2B5EF4-FFF2-40B4-BE49-F238E27FC236}">
                <a16:creationId xmlns:a16="http://schemas.microsoft.com/office/drawing/2014/main" id="{53F2A7FA-A166-71F1-0298-81CE586F9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54"/>
            <a:ext cx="12184887" cy="686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511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Office PowerPoint</Application>
  <PresentationFormat>ワイド画面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TAKEDA Chie</dc:creator>
  <cp:lastModifiedBy>TAKEDA Chie</cp:lastModifiedBy>
  <cp:revision>1</cp:revision>
  <dcterms:created xsi:type="dcterms:W3CDTF">2026-07-01T02:04:02Z</dcterms:created>
  <dcterms:modified xsi:type="dcterms:W3CDTF">2026-07-01T02:29:18Z</dcterms:modified>
</cp:coreProperties>
</file>