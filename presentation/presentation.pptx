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11"/>
  </p:notesMasterIdLst>
  <p:sldIdLst>
    <p:sldId id="256" r:id="rId2"/>
    <p:sldId id="257" r:id="rId3"/>
    <p:sldId id="261" r:id="rId4"/>
    <p:sldId id="262" r:id="rId5"/>
    <p:sldId id="259" r:id="rId6"/>
    <p:sldId id="266" r:id="rId7"/>
    <p:sldId id="263" r:id="rId8"/>
    <p:sldId id="265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542C85-82DD-4FED-8412-385712308239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8E4C60-5A42-4E15-8635-A2555BD9D5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077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今回、私たちは脱出ゲームを作成しました。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E4C60-5A42-4E15-8635-A2555BD9D56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8516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A95F4-0FB2-4DCC-8987-71DF119592E9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49D66-ABA8-4488-81EF-C2B39F5F9CE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166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A95F4-0FB2-4DCC-8987-71DF119592E9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49D66-ABA8-4488-81EF-C2B39F5F9C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3280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A95F4-0FB2-4DCC-8987-71DF119592E9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49D66-ABA8-4488-81EF-C2B39F5F9CE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79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A95F4-0FB2-4DCC-8987-71DF119592E9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49D66-ABA8-4488-81EF-C2B39F5F9C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737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A95F4-0FB2-4DCC-8987-71DF119592E9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49D66-ABA8-4488-81EF-C2B39F5F9C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4215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A95F4-0FB2-4DCC-8987-71DF119592E9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49D66-ABA8-4488-81EF-C2B39F5F9C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4975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A95F4-0FB2-4DCC-8987-71DF119592E9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49D66-ABA8-4488-81EF-C2B39F5F9C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3627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8CA95F4-0FB2-4DCC-8987-71DF119592E9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A49D66-ABA8-4488-81EF-C2B39F5F9C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3963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A95F4-0FB2-4DCC-8987-71DF119592E9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49D66-ABA8-4488-81EF-C2B39F5F9C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2322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A95F4-0FB2-4DCC-8987-71DF119592E9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49D66-ABA8-4488-81EF-C2B39F5F9C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23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A95F4-0FB2-4DCC-8987-71DF119592E9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49D66-ABA8-4488-81EF-C2B39F5F9C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8564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8CA95F4-0FB2-4DCC-8987-71DF119592E9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CA49D66-ABA8-4488-81EF-C2B39F5F9CE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229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66EEBF-9840-2291-A96A-5832830C00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脱出ゲーム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17871AF-2EAD-66A9-265A-851A724022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Team-7</a:t>
            </a:r>
          </a:p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07924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6AC11B-C3B6-1FFE-814C-F80264A1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システムの概要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0EC100-036E-54A2-6016-49514DA79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ja-JP" dirty="0"/>
              <a:t>2</a:t>
            </a:r>
            <a:r>
              <a:rPr lang="ja-JP" altLang="ja-JP" dirty="0"/>
              <a:t>ステージ構成で、プレイヤーは1ステージずつ攻略していく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ja-JP" altLang="en-US" dirty="0"/>
              <a:t>廊下の場面でステージを選択し</a:t>
            </a:r>
            <a:r>
              <a:rPr lang="ja-JP" altLang="ja-JP" dirty="0"/>
              <a:t>、ステージを</a:t>
            </a:r>
            <a:r>
              <a:rPr lang="ja-JP" altLang="en-US" dirty="0"/>
              <a:t>２つ</a:t>
            </a:r>
            <a:r>
              <a:rPr lang="ja-JP" altLang="ja-JP" dirty="0"/>
              <a:t>クリアすると「ステージクリア」の演出とともに</a:t>
            </a:r>
            <a:r>
              <a:rPr lang="ja-JP" altLang="en-US" dirty="0"/>
              <a:t>廊下</a:t>
            </a:r>
            <a:r>
              <a:rPr lang="ja-JP" altLang="ja-JP" dirty="0"/>
              <a:t>へ進む。最終ステージをクリアすると、全体クリア画面を表示する。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ja-JP" altLang="ja-JP" dirty="0"/>
              <a:t>一度クリアしたステージには戻れない。</a:t>
            </a:r>
            <a:endParaRPr lang="en-US" altLang="ja-JP" dirty="0"/>
          </a:p>
          <a:p>
            <a:r>
              <a:rPr lang="ja-JP" altLang="en-US" dirty="0"/>
              <a:t>ストーリー：</a:t>
            </a:r>
            <a:endParaRPr lang="en-US" altLang="ja-JP" dirty="0"/>
          </a:p>
          <a:p>
            <a:pPr marL="0" indent="0">
              <a:buNone/>
            </a:pPr>
            <a:r>
              <a:rPr lang="ja-JP" altLang="ja-JP" dirty="0"/>
              <a:t>放課後、忘れ物を取りに校舎へ戻った主人公。校舎に入った瞬間、突然すべての扉に鍵がかかる。校内放送から謎のメッセージが流れる——「校内に隠された</a:t>
            </a:r>
            <a:r>
              <a:rPr lang="en-US" altLang="ja-JP" dirty="0"/>
              <a:t>2</a:t>
            </a:r>
            <a:r>
              <a:rPr lang="ja-JP" altLang="ja-JP" dirty="0"/>
              <a:t>つの鍵を集めれば出口は開く。」プレイヤーは</a:t>
            </a:r>
            <a:r>
              <a:rPr lang="ja-JP" altLang="en-US" dirty="0"/>
              <a:t>図書館と理科室</a:t>
            </a:r>
            <a:r>
              <a:rPr lang="ja-JP" altLang="ja-JP" dirty="0"/>
              <a:t>を探索し、謎を解きながら脱出を目指す。</a:t>
            </a:r>
          </a:p>
        </p:txBody>
      </p:sp>
    </p:spTree>
    <p:extLst>
      <p:ext uri="{BB962C8B-B14F-4D97-AF65-F5344CB8AC3E}">
        <p14:creationId xmlns:p14="http://schemas.microsoft.com/office/powerpoint/2010/main" val="249878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663BEB-7975-9DCC-9331-272C07EA4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ゲーム全体の流れ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A367C56-8664-9B69-1A76-2AE7F6C88435}"/>
              </a:ext>
            </a:extLst>
          </p:cNvPr>
          <p:cNvSpPr/>
          <p:nvPr/>
        </p:nvSpPr>
        <p:spPr>
          <a:xfrm>
            <a:off x="160161" y="3395132"/>
            <a:ext cx="162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タイトル画面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5F99982-2C54-1C2E-E11C-7795B070FC66}"/>
              </a:ext>
            </a:extLst>
          </p:cNvPr>
          <p:cNvSpPr/>
          <p:nvPr/>
        </p:nvSpPr>
        <p:spPr>
          <a:xfrm>
            <a:off x="2481067" y="3395132"/>
            <a:ext cx="90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廊下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D5117B3-0900-6F20-AA48-5314BFEB1B99}"/>
              </a:ext>
            </a:extLst>
          </p:cNvPr>
          <p:cNvSpPr/>
          <p:nvPr/>
        </p:nvSpPr>
        <p:spPr>
          <a:xfrm>
            <a:off x="4809067" y="4400641"/>
            <a:ext cx="162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StageRoom2</a:t>
            </a: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6023779-4E1D-A0D0-D01C-1C4030FE9A6C}"/>
              </a:ext>
            </a:extLst>
          </p:cNvPr>
          <p:cNvSpPr/>
          <p:nvPr/>
        </p:nvSpPr>
        <p:spPr>
          <a:xfrm>
            <a:off x="4809067" y="2382869"/>
            <a:ext cx="162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StageRoom1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95E93CB-2A0E-CC72-300F-DEE5E4EF900E}"/>
              </a:ext>
            </a:extLst>
          </p:cNvPr>
          <p:cNvSpPr/>
          <p:nvPr/>
        </p:nvSpPr>
        <p:spPr>
          <a:xfrm>
            <a:off x="10345680" y="3395132"/>
            <a:ext cx="162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非常口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925E36A-FA8D-75A5-6FC6-E8FDE309E535}"/>
              </a:ext>
            </a:extLst>
          </p:cNvPr>
          <p:cNvSpPr/>
          <p:nvPr/>
        </p:nvSpPr>
        <p:spPr>
          <a:xfrm>
            <a:off x="10345680" y="5412904"/>
            <a:ext cx="162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ゲームクリア</a:t>
            </a:r>
            <a:endParaRPr kumimoji="1" lang="en-US" altLang="ja-JP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E903EF2-D3EC-140C-5FF9-A561066C2C17}"/>
              </a:ext>
            </a:extLst>
          </p:cNvPr>
          <p:cNvSpPr/>
          <p:nvPr/>
        </p:nvSpPr>
        <p:spPr>
          <a:xfrm>
            <a:off x="7857067" y="3395132"/>
            <a:ext cx="90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廊下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AF98D16C-A642-A5BB-37A4-1BE4D7471FF7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780161" y="3755132"/>
            <a:ext cx="7200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C98040CA-6675-2791-876A-F1EB29AE1D04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381067" y="3755132"/>
            <a:ext cx="1428000" cy="100550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C9885232-1B06-0ED2-1510-3BE7D982AE4E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3381067" y="2742869"/>
            <a:ext cx="1428000" cy="101226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B7E04D55-5E13-F797-A2DA-3067888F83E5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429067" y="2742869"/>
            <a:ext cx="1241733" cy="86457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10FE337C-E145-EDFA-698F-336D60C64192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6429067" y="3826509"/>
            <a:ext cx="1241733" cy="9341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0EF3B452-F112-C8A4-FCFD-342802AAE807}"/>
              </a:ext>
            </a:extLst>
          </p:cNvPr>
          <p:cNvCxnSpPr>
            <a:cxnSpLocks/>
            <a:stCxn id="16" idx="3"/>
            <a:endCxn id="10" idx="1"/>
          </p:cNvCxnSpPr>
          <p:nvPr/>
        </p:nvCxnSpPr>
        <p:spPr>
          <a:xfrm>
            <a:off x="8757067" y="3755132"/>
            <a:ext cx="158861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0F2D2F5A-1292-C7C9-A2D6-15C988015F74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11155680" y="4115132"/>
            <a:ext cx="0" cy="12977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5C208425-C15F-ED34-0AC6-C6C7D815F15A}"/>
              </a:ext>
            </a:extLst>
          </p:cNvPr>
          <p:cNvSpPr txBox="1"/>
          <p:nvPr/>
        </p:nvSpPr>
        <p:spPr>
          <a:xfrm>
            <a:off x="3586456" y="457130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図書室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31A50FA0-4B58-697A-9EDD-F6C887222244}"/>
              </a:ext>
            </a:extLst>
          </p:cNvPr>
          <p:cNvSpPr txBox="1"/>
          <p:nvPr/>
        </p:nvSpPr>
        <p:spPr>
          <a:xfrm>
            <a:off x="3655305" y="263404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理科室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1CE14CB9-4332-9EAF-331E-52BDF2BD18BF}"/>
              </a:ext>
            </a:extLst>
          </p:cNvPr>
          <p:cNvSpPr txBox="1"/>
          <p:nvPr/>
        </p:nvSpPr>
        <p:spPr>
          <a:xfrm>
            <a:off x="6979904" y="2647238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鍵１入手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5AD0A243-03AA-04B5-15D3-20B818022963}"/>
              </a:ext>
            </a:extLst>
          </p:cNvPr>
          <p:cNvSpPr txBox="1"/>
          <p:nvPr/>
        </p:nvSpPr>
        <p:spPr>
          <a:xfrm>
            <a:off x="6982689" y="4489676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鍵２入手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9AA0FE0A-CA09-890E-39CE-A718D737D4D4}"/>
              </a:ext>
            </a:extLst>
          </p:cNvPr>
          <p:cNvSpPr txBox="1"/>
          <p:nvPr/>
        </p:nvSpPr>
        <p:spPr>
          <a:xfrm>
            <a:off x="9630831" y="4618877"/>
            <a:ext cx="2419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鍵２本取得済みの場合</a:t>
            </a:r>
          </a:p>
        </p:txBody>
      </p:sp>
    </p:spTree>
    <p:extLst>
      <p:ext uri="{BB962C8B-B14F-4D97-AF65-F5344CB8AC3E}">
        <p14:creationId xmlns:p14="http://schemas.microsoft.com/office/powerpoint/2010/main" val="441263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92714EA3-57BC-BA80-946A-C07E786B1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713" y="4098800"/>
            <a:ext cx="3728574" cy="2088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9FA4128D-66CB-B28C-B2C8-9106333192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t="959" r="49" b="-958"/>
          <a:stretch>
            <a:fillRect/>
          </a:stretch>
        </p:blipFill>
        <p:spPr>
          <a:xfrm>
            <a:off x="14962" y="1446168"/>
            <a:ext cx="3743537" cy="2088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305565D-C7CD-88AD-AD18-68810B4149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-849"/>
          <a:stretch>
            <a:fillRect/>
          </a:stretch>
        </p:blipFill>
        <p:spPr>
          <a:xfrm>
            <a:off x="8448464" y="1446168"/>
            <a:ext cx="3743536" cy="208800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DC030B9B-D595-609B-3171-4870FAD65C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098800"/>
            <a:ext cx="3728574" cy="2088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A974C221-AB42-E929-8734-C24902CE8A4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23" t="-1" r="13" b="412"/>
          <a:stretch>
            <a:fillRect/>
          </a:stretch>
        </p:blipFill>
        <p:spPr>
          <a:xfrm>
            <a:off x="8463426" y="4098800"/>
            <a:ext cx="3735209" cy="2088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DFB856C-9EC5-3CCF-3B42-AE97D6C185D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1040" t="-593" r="-256" b="593"/>
          <a:stretch>
            <a:fillRect/>
          </a:stretch>
        </p:blipFill>
        <p:spPr>
          <a:xfrm>
            <a:off x="4231713" y="1446168"/>
            <a:ext cx="3743537" cy="2088000"/>
          </a:xfrm>
          <a:prstGeom prst="rect">
            <a:avLst/>
          </a:prstGeom>
        </p:spPr>
      </p:pic>
      <p:sp>
        <p:nvSpPr>
          <p:cNvPr id="18" name="タイトル 17">
            <a:extLst>
              <a:ext uri="{FF2B5EF4-FFF2-40B4-BE49-F238E27FC236}">
                <a16:creationId xmlns:a16="http://schemas.microsoft.com/office/drawing/2014/main" id="{03F05D30-438A-6786-9A64-82D40E58D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C329841F-E19D-37B6-10BE-6A9FA0C7686A}"/>
              </a:ext>
            </a:extLst>
          </p:cNvPr>
          <p:cNvSpPr/>
          <p:nvPr/>
        </p:nvSpPr>
        <p:spPr>
          <a:xfrm>
            <a:off x="3548351" y="2184279"/>
            <a:ext cx="893511" cy="9029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E13A97BF-341D-0EC6-2642-37756112487B}"/>
              </a:ext>
            </a:extLst>
          </p:cNvPr>
          <p:cNvSpPr/>
          <p:nvPr/>
        </p:nvSpPr>
        <p:spPr>
          <a:xfrm>
            <a:off x="7802005" y="2184279"/>
            <a:ext cx="893511" cy="9029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AC1A414D-304A-BE74-E305-607DFF0453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3548351" y="4664222"/>
            <a:ext cx="920576" cy="957155"/>
          </a:xfrm>
          <a:prstGeom prst="rect">
            <a:avLst/>
          </a:prstGeom>
        </p:spPr>
      </p:pic>
      <p:sp>
        <p:nvSpPr>
          <p:cNvPr id="26" name="矢印: 右 25">
            <a:extLst>
              <a:ext uri="{FF2B5EF4-FFF2-40B4-BE49-F238E27FC236}">
                <a16:creationId xmlns:a16="http://schemas.microsoft.com/office/drawing/2014/main" id="{EA292407-5F84-A656-7EA1-991113CCDD17}"/>
              </a:ext>
            </a:extLst>
          </p:cNvPr>
          <p:cNvSpPr/>
          <p:nvPr/>
        </p:nvSpPr>
        <p:spPr>
          <a:xfrm rot="10800000">
            <a:off x="7802004" y="4664222"/>
            <a:ext cx="893511" cy="9029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矢印: 右 31">
            <a:extLst>
              <a:ext uri="{FF2B5EF4-FFF2-40B4-BE49-F238E27FC236}">
                <a16:creationId xmlns:a16="http://schemas.microsoft.com/office/drawing/2014/main" id="{C70F2CF1-7766-A7A4-9504-6C82B751EA72}"/>
              </a:ext>
            </a:extLst>
          </p:cNvPr>
          <p:cNvSpPr/>
          <p:nvPr/>
        </p:nvSpPr>
        <p:spPr>
          <a:xfrm rot="5400000">
            <a:off x="9884274" y="3424271"/>
            <a:ext cx="893511" cy="9029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9781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A8405E-89E5-3BFC-8F50-BA1ED188A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システム構成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C2C860E-B2C7-BD40-D4CD-2AC2A015F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23244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9AED6B80-3750-D7DC-7825-780DE3726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デモ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337F3EF-DEF6-2520-6983-BB896744C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1635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34B269-FA90-4B19-CAEB-81E2AFF46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工夫した点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6716FF-F928-5D8E-AC8A-F7EEF1B15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kumimoji="1" lang="ja-JP" altLang="en-US" dirty="0"/>
              <a:t>持ち物欄を</a:t>
            </a:r>
            <a:r>
              <a:rPr lang="ja-JP" altLang="ja-JP" dirty="0"/>
              <a:t>Inventoryクラスとして独立</a:t>
            </a:r>
            <a:r>
              <a:rPr lang="ja-JP" altLang="en-US" dirty="0"/>
              <a:t>させた</a:t>
            </a:r>
            <a:endParaRPr lang="en-US" altLang="ja-JP" dirty="0"/>
          </a:p>
          <a:p>
            <a:pPr lvl="1">
              <a:buFont typeface="Wingdings" panose="05000000000000000000" pitchFamily="2" charset="2"/>
              <a:buChar char="l"/>
            </a:pPr>
            <a:r>
              <a:rPr kumimoji="1" lang="ja-JP" altLang="en-US" dirty="0"/>
              <a:t>メリット</a:t>
            </a:r>
            <a:r>
              <a:rPr lang="ja-JP" altLang="en-US" dirty="0"/>
              <a:t>：他の部屋でも使えた。</a:t>
            </a:r>
            <a:endParaRPr lang="en-US" altLang="ja-JP" dirty="0"/>
          </a:p>
          <a:p>
            <a:pPr marL="201168" lvl="1" indent="0">
              <a:buNone/>
            </a:pPr>
            <a:r>
              <a:rPr lang="en-US" altLang="ja-JP" dirty="0"/>
              <a:t>	</a:t>
            </a:r>
            <a:r>
              <a:rPr lang="ja-JP" altLang="en-US" dirty="0"/>
              <a:t>　コードが整理できた。　</a:t>
            </a:r>
            <a:endParaRPr lang="en-US" altLang="ja-JP" dirty="0"/>
          </a:p>
          <a:p>
            <a:pPr lvl="1">
              <a:buFont typeface="Wingdings" panose="05000000000000000000" pitchFamily="2" charset="2"/>
              <a:buChar char="l"/>
            </a:pPr>
            <a:endParaRPr lang="en-US" altLang="ja-JP" dirty="0"/>
          </a:p>
          <a:p>
            <a:pPr marL="201168" lvl="1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50266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5A5BCF-A6B6-C690-0EBD-8382B529F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工夫した点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47C6CD-1AE8-2E65-F9C0-D96CA3516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kumimoji="1" lang="en-US" altLang="ja-JP" dirty="0" err="1"/>
              <a:t>TextBox</a:t>
            </a:r>
            <a:r>
              <a:rPr lang="ja-JP" altLang="en-US" dirty="0"/>
              <a:t>クラスでメッセージを管理した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52F7D17-AD2E-8381-2F7B-9E953D5ADA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3" t="-1" r="13" b="412"/>
          <a:stretch>
            <a:fillRect/>
          </a:stretch>
        </p:blipFill>
        <p:spPr>
          <a:xfrm>
            <a:off x="6983132" y="3429000"/>
            <a:ext cx="4893770" cy="273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60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5D4871-5C0A-1D0B-1A01-754FEEFD7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苦労した点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C99DD1-F051-2A8C-7869-1E752617C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kumimoji="1" lang="ja-JP" altLang="en-US" dirty="0"/>
              <a:t>各部屋を作成した後に、</a:t>
            </a:r>
            <a:r>
              <a:rPr kumimoji="1" lang="en-US" altLang="ja-JP" dirty="0"/>
              <a:t>Inventory</a:t>
            </a:r>
            <a:r>
              <a:rPr lang="ja-JP" altLang="en-US" dirty="0"/>
              <a:t>、</a:t>
            </a:r>
            <a:r>
              <a:rPr lang="en-US" altLang="ja-JP" dirty="0"/>
              <a:t>Item</a:t>
            </a:r>
            <a:r>
              <a:rPr lang="ja-JP" altLang="en-US" dirty="0"/>
              <a:t>、</a:t>
            </a:r>
            <a:r>
              <a:rPr lang="en-US" altLang="ja-JP" dirty="0" err="1"/>
              <a:t>TextBox</a:t>
            </a:r>
            <a:r>
              <a:rPr lang="ja-JP" altLang="en-US" dirty="0"/>
              <a:t>へ分けたこと。</a:t>
            </a:r>
            <a:endParaRPr lang="en-US" altLang="ja-JP" dirty="0"/>
          </a:p>
          <a:p>
            <a:pPr>
              <a:buFont typeface="Wingdings" panose="05000000000000000000" pitchFamily="2" charset="2"/>
              <a:buChar char="l"/>
            </a:pPr>
            <a:r>
              <a:rPr lang="ja-JP" altLang="ja-JP" dirty="0"/>
              <a:t>クラス間の受け渡し</a:t>
            </a:r>
            <a:r>
              <a:rPr lang="ja-JP" altLang="en-US" dirty="0"/>
              <a:t>　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85882710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95</TotalTime>
  <Words>233</Words>
  <Application>Microsoft Office PowerPoint</Application>
  <PresentationFormat>ワイド画面</PresentationFormat>
  <Paragraphs>34</Paragraphs>
  <Slides>9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游ゴシック</vt:lpstr>
      <vt:lpstr>Calibri</vt:lpstr>
      <vt:lpstr>Calibri Light</vt:lpstr>
      <vt:lpstr>Wingdings</vt:lpstr>
      <vt:lpstr>レトロスペクト</vt:lpstr>
      <vt:lpstr>脱出ゲーム</vt:lpstr>
      <vt:lpstr>システムの概要</vt:lpstr>
      <vt:lpstr>ゲーム全体の流れ</vt:lpstr>
      <vt:lpstr>PowerPoint プレゼンテーション</vt:lpstr>
      <vt:lpstr>システム構成</vt:lpstr>
      <vt:lpstr>デモ</vt:lpstr>
      <vt:lpstr>工夫した点</vt:lpstr>
      <vt:lpstr>工夫した点</vt:lpstr>
      <vt:lpstr>苦労した点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TAKEDA Chie</dc:creator>
  <cp:lastModifiedBy>YAMAMOTO Iori</cp:lastModifiedBy>
  <cp:revision>5</cp:revision>
  <dcterms:created xsi:type="dcterms:W3CDTF">2026-07-22T02:30:31Z</dcterms:created>
  <dcterms:modified xsi:type="dcterms:W3CDTF">2026-07-28T12:24:09Z</dcterms:modified>
</cp:coreProperties>
</file>