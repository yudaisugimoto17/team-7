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1"/>
  </p:notesMasterIdLst>
  <p:sldIdLst>
    <p:sldId id="256" r:id="rId2"/>
    <p:sldId id="257" r:id="rId3"/>
    <p:sldId id="261" r:id="rId4"/>
    <p:sldId id="262" r:id="rId5"/>
    <p:sldId id="259" r:id="rId6"/>
    <p:sldId id="266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38" d="100"/>
          <a:sy n="38" d="100"/>
        </p:scale>
        <p:origin x="5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4ステージ構成で、プレイヤーは1ステージずつ攻略していく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4つの鍵を集めれば出口は開く。」プレイヤーは学校内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C2C860E-B2C7-BD40-D4CD-2AC2A015F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34B269-FA90-4B19-CAEB-81E2AFF46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6716FF-F928-5D8E-AC8A-F7EEF1B15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kumimoji="1" lang="ja-JP" altLang="en-US" dirty="0"/>
              <a:t>メリット</a:t>
            </a:r>
            <a:r>
              <a:rPr lang="ja-JP" altLang="en-US" dirty="0"/>
              <a:t>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 marL="201168" lvl="1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026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クラス間の受け渡し</a:t>
            </a:r>
            <a:r>
              <a:rPr lang="ja-JP" altLang="en-US" dirty="0"/>
              <a:t>　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78</TotalTime>
  <Words>232</Words>
  <Application>Microsoft Office PowerPoint</Application>
  <PresentationFormat>ワイド画面</PresentationFormat>
  <Paragraphs>34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3</cp:revision>
  <dcterms:created xsi:type="dcterms:W3CDTF">2026-07-22T02:30:31Z</dcterms:created>
  <dcterms:modified xsi:type="dcterms:W3CDTF">2026-07-27T05:10:03Z</dcterms:modified>
</cp:coreProperties>
</file>