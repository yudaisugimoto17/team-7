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6" d="100"/>
          <a:sy n="56" d="100"/>
        </p:scale>
        <p:origin x="100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E406C5-12A0-61E3-AB4B-81C8795077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2349195-55B8-D4E1-B798-ABDF909652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60A12EF-A33F-D17A-7C76-4F7211E0E1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C36BEEA-5923-2341-18BF-741E35789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3695456-F24F-CC8F-054C-F1395BBFD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108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08AED4-C60E-AE5A-591F-EAE012F55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555756-1CE6-70D5-8DA9-7DB56C2A7E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E0A36C3-00EF-319E-1D60-F4F10A2FC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8E0CDDF-A0DF-1FDD-468E-8E9586D9B8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E677BAF-AEF4-54E1-CDB6-CEBC528CD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44386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4A54EA-1329-5597-8D84-23BDB8909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F249CC7-91E3-3D82-3B51-37D5C7C5CE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11F62EA-B8CC-7CEE-3143-F319CF7D0C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BEFB54F-ED79-7C45-8D9C-0AACF2DC8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1674028-ADDF-EE98-6CED-A8E905B94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99053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9D26B68-8C74-70D5-D4F4-B0BF1AFC2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5BB4E81-AED7-8CBE-9023-76AE3603E8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1C55DEF-581F-FCD8-771B-F4727CF7CB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5AAEA50-B3AA-D191-DFBE-CDD0919A2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2E24D86-2C60-0D5D-8C65-9E5B415D4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195BD03-779A-1B7F-4470-01771ADFB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65389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7B53AAF-3CFB-FBB8-88AA-F331C7062B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8C67285-6A65-7ADC-F232-2CDB5BD95B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F37AE01-EE54-747B-55FE-3427423F4D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6AF11A3-E65F-E7F0-663F-7D76AE44AA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C7342EC-A745-FCC9-ECA5-A74518FB54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9E3FCDA-8A4F-02AD-EFF0-3C7C2FF96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36C852A-5094-34E5-E90F-BF98D77E4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189BD831-7C55-9032-A2DF-997F33331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7653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2FF860-99EF-C289-3A84-FB873D3C3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44461971-2151-F952-C8FC-175382F87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783C3D3-F2EB-220C-B900-4409AF9FE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C1B2FE9-A501-2205-8946-44BE40DFF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20019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C6DC02B-A1F8-2FC2-FF99-3F9E4E00D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3CDFFC3-6F6C-CC63-3F9E-E7601321E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EE295F8-B8CC-BA65-85B8-43716819D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1197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914FD6B-B687-4DE0-E3D4-2919884DE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1C9C170-AAFF-7EAB-6418-67C9C8108B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9F6B35B-F257-B485-D3A1-BE1F7736DD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CE62A2D-C483-C050-8C57-C50BD6EDD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64BAF52-103B-EEAF-0813-3DE389E98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A15A72C-9B4D-C288-B786-14368D1D4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90144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E22D9F6-545B-E4A3-591B-4E28C7AE2F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69D6F80-6B81-6F1E-0412-11AA53028E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4567F9C-2BCC-838E-B8C8-6F88BE7CD4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D0A686B-92EF-1666-52B9-7DEFFE283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860598E-9388-779B-A7DD-5E8BEB266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C2C07A9-77E5-8136-BEFD-BC69582FE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9341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707B89-F6B0-97E3-7B9E-E151E25A1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5DADEF1-2CC9-6AB1-1618-FDBDC54C5B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AA38991-1F27-B06E-1848-77C8DA5C4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1BA8F57-374E-8959-ADA3-4DAFF47C1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3F7B081-883F-D42B-F258-7401CDBFE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6205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DF9105D6-A064-E7FC-BF97-E4852CC410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C2EE3AD-DC50-9CAF-7DDF-07DB8A6AA7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0912FE2-4530-E163-529A-234659BA8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2909771-53EB-2C63-2190-FA1419261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01E0B0B-C02B-2073-510B-1F726DD84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8230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7274034-AA3A-EB07-FFC2-22DD76BA5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8B07207-F360-EC0E-D194-3817DC7441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2FFAA35-344A-F0CD-05DC-6E35191978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A95F4-0FB2-4DCC-8987-71DF119592E9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63A7300-89E5-7928-2C1E-8338A6D017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68D9F10-AFE8-39CD-5C9F-0F0D844587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0182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366EEBF-9840-2291-A96A-5832830C00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7871AF-2EAD-66A9-265A-851A724022F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079248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ワイド画面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TAKEDA Chie</dc:creator>
  <cp:lastModifiedBy>TAKEDA Chie</cp:lastModifiedBy>
  <cp:revision>1</cp:revision>
  <dcterms:created xsi:type="dcterms:W3CDTF">2026-07-22T02:30:31Z</dcterms:created>
  <dcterms:modified xsi:type="dcterms:W3CDTF">2026-07-22T02:30:31Z</dcterms:modified>
</cp:coreProperties>
</file>