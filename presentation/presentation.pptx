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38" d="100"/>
          <a:sy n="38" d="100"/>
        </p:scale>
        <p:origin x="5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DAAD0C-A49D-1FE7-EAAB-E6FB64822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C1E901B-8BDA-B86B-F388-AE88EF60B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90B963-D41E-5763-F039-C36BAB1F3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AF2E01-EEB1-1353-0C33-1853E7315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7E9D7E-C78A-FA85-F5FE-B580ED117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963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9BA539-AC2F-4AF6-3B23-900ED3A17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ABB814C-91DB-1D20-063F-9E9D0928D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6DAC9A-EE9B-F242-1224-0A4D19A5F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9D4A916-A02F-3053-9425-498706486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DE8183-5941-9F58-860D-B1CF68C19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9984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497BC5-9746-D343-29FB-8FE9F91E6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A73E76F-E143-CDFB-ACBC-D9FDBA9CD3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40ACB4A-5146-98E4-6FCE-6BB981D48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004531-E432-0158-2D7B-7CDB8085F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2617B4F-D0A0-4B07-B826-551429727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7856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07D1B5-8DCF-E703-AF52-B7B98147D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F7E3C7-140C-04FD-7E48-B7CEA73FE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7B8C59E-C117-0310-96ED-44259E2A9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13AB5B8-5B1D-BA9C-7BCB-6D6E0D75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A0ADEDC-4A89-A2D6-19D0-2B3E23474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2AE9F12-EA9D-6245-88F7-81775E133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5565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2C2349-4FC0-17E5-7F2A-7FDB658CA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C14E95C-4F07-4983-276F-508EAF6504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D8F911A-48AF-924A-8AC8-6846684547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8EBA638-395B-5DCC-9DF4-E861B9DA3A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F13BE0-3D1C-D85B-12B1-55692FCC79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C5A12C6-6C04-F9D4-0787-ADEF0B5FC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495E5A2-BBCA-C651-E1EA-1A64E25FE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5513F5-A095-FEF9-9A5C-897CCC1AC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4618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F97B5B-5E06-0A64-F87A-5EC805072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67A742C-4270-D6FF-1BC3-AEAA219D5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A4BE4E0-0F7A-9E44-D7A5-6EDA92E3C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09ADD2-2424-7955-2BAD-25024DA04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55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0A5B46B-ABD5-25B9-8DED-F96FB249F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9823F4B-2E81-4127-F7CC-1EF1F75D4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D9451CD-DE22-2634-FF7E-6A5B54543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0002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EA6F53-CB55-D6B1-0D8E-6E3975D1B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48BE8A-0FCE-DF15-BAA3-5E791A705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4970655-B62F-A566-BAD5-BD1583E03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E3851B6-F9D9-4E08-A23C-75FE5F7FF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45918CE-6122-16AC-3881-4D3AF7876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EB553C8-30A5-D0D4-AB88-EC56F843C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8748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D953DB-50D3-8317-9523-86624C779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E894D77-FA56-68A4-B197-BF56D1EBA8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C8E24F-BC14-87DA-DFB6-6D44A8DEC3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D7FC2D-F17C-89A6-1076-D7D96E1DC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FBFEB0-21F7-6184-FA41-37F843D7E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C261F7-9646-E98A-9E28-4FCFEE39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9073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4A1DA1-6E36-1C54-45A1-BE6C57288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5A59C74-B0B2-00F5-EDE6-1A75514CA8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7D9E58-32A6-3058-7900-236D23311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0E945E-FCB0-DA4A-B690-04158B816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D89F78E-3482-31D4-B094-D71847E51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9844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842747D-DC02-0A8B-C588-A28D93C28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BF68CC5-35A9-C336-6F5D-70CD51157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D3EE32-621E-64F3-0E7E-93C16505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774AC09-EE3E-6BE9-AE30-FC30F355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A361E3-EA22-F4C7-A349-A6E87D30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610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D65C921-273D-749D-0BEA-BD5478737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4CF5C-F543-3B17-BEFE-A34348582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228132-C351-9DE7-A41A-CB9C80B84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A95F4-0FB2-4DCC-8987-71DF119592E9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776616-CA5C-77AA-0D29-5A64EF666E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B60705-690C-7EA5-B433-58786CE7B6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0279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EEBF-9840-2291-A96A-5832830C00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7871AF-2EAD-66A9-265A-851A724022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Team-7</a:t>
            </a:r>
          </a:p>
        </p:txBody>
      </p:sp>
    </p:spTree>
    <p:extLst>
      <p:ext uri="{BB962C8B-B14F-4D97-AF65-F5344CB8AC3E}">
        <p14:creationId xmlns:p14="http://schemas.microsoft.com/office/powerpoint/2010/main" val="3907924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6AC11B-C3B6-1FFE-814C-F80264A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脱出ゲームの作成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0EC100-036E-54A2-6016-49514DA79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舞台：学校</a:t>
            </a:r>
            <a:endParaRPr kumimoji="1" lang="en-US" altLang="ja-JP" dirty="0"/>
          </a:p>
          <a:p>
            <a:r>
              <a:rPr lang="ja-JP" altLang="en-US" dirty="0"/>
              <a:t>ストーリー：</a:t>
            </a:r>
            <a:endParaRPr lang="en-US" altLang="ja-JP" dirty="0"/>
          </a:p>
          <a:p>
            <a:pPr marL="0" indent="0">
              <a:buNone/>
            </a:pPr>
            <a:r>
              <a:rPr lang="ja-JP" altLang="ja-JP" dirty="0"/>
              <a:t>放課後、忘れ物を取りに校舎へ戻った主人公。校舎に入った瞬間、突然すべての扉に鍵がかかる。校内放送から謎のメッセージが流れる——「校内に隠された4つの鍵を集めれば出口は開く。」プレイヤーは学校内を探索し、謎を解きながら脱出を目指す。</a:t>
            </a:r>
          </a:p>
          <a:p>
            <a:pPr marL="0" indent="0">
              <a:buNone/>
            </a:pPr>
            <a:endParaRPr kumimoji="1" lang="en-US" altLang="ja-JP" dirty="0"/>
          </a:p>
          <a:p>
            <a:r>
              <a:rPr lang="ja-JP" altLang="en-US" dirty="0"/>
              <a:t>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987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B23293-D3CB-FF64-1C67-0B4F5E500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仕様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2FCB8AA-187B-30AD-4A7D-3B69A75B1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ja-JP" dirty="0"/>
              <a:t>- 4ステージ構成で、プレイヤーは1ステージずつ攻略していく</a:t>
            </a:r>
          </a:p>
          <a:p>
            <a:r>
              <a:rPr lang="ja-JP" altLang="ja-JP" dirty="0"/>
              <a:t>- 画面には1ステージのみを表示し、ステージをクリアすると「ステージクリア」の演出とともに、次のステージへ進む。</a:t>
            </a:r>
          </a:p>
          <a:p>
            <a:r>
              <a:rPr lang="ja-JP" altLang="ja-JP" dirty="0"/>
              <a:t>- ステージが進むごとに謎の難易度を上げる</a:t>
            </a:r>
          </a:p>
          <a:p>
            <a:r>
              <a:rPr lang="ja-JP" altLang="ja-JP" dirty="0"/>
              <a:t>- 最終ステージをクリアすると、全体クリア画面を表示する。</a:t>
            </a:r>
          </a:p>
          <a:p>
            <a:r>
              <a:rPr lang="ja-JP" altLang="ja-JP" dirty="0"/>
              <a:t>- 一度クリアしたステージには戻れない。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42450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A8405E-89E5-3BFC-8F50-BA1ED188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ステージ構成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C2C860E-B2C7-BD40-D4CD-2AC2A015F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タイトル画面→廊下→図書室→理科室→非常口→ゲームクリア</a:t>
            </a:r>
          </a:p>
        </p:txBody>
      </p:sp>
    </p:spTree>
    <p:extLst>
      <p:ext uri="{BB962C8B-B14F-4D97-AF65-F5344CB8AC3E}">
        <p14:creationId xmlns:p14="http://schemas.microsoft.com/office/powerpoint/2010/main" val="523244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171</Words>
  <Application>Microsoft Office PowerPoint</Application>
  <PresentationFormat>ワイド画面</PresentationFormat>
  <Paragraphs>15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脱出ゲームの作成</vt:lpstr>
      <vt:lpstr>仕様</vt:lpstr>
      <vt:lpstr>ステージ構成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TAKEDA Chie</dc:creator>
  <cp:lastModifiedBy>TAKEDA Chie</cp:lastModifiedBy>
  <cp:revision>2</cp:revision>
  <dcterms:created xsi:type="dcterms:W3CDTF">2026-07-22T02:30:31Z</dcterms:created>
  <dcterms:modified xsi:type="dcterms:W3CDTF">2026-07-22T02:43:13Z</dcterms:modified>
</cp:coreProperties>
</file>